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0"/>
  </p:notesMasterIdLst>
  <p:handoutMasterIdLst>
    <p:handoutMasterId r:id="rId31"/>
  </p:handoutMasterIdLst>
  <p:sldIdLst>
    <p:sldId id="1383" r:id="rId2"/>
    <p:sldId id="1379" r:id="rId3"/>
    <p:sldId id="1380" r:id="rId4"/>
    <p:sldId id="1381" r:id="rId5"/>
    <p:sldId id="1382" r:id="rId6"/>
    <p:sldId id="1360" r:id="rId7"/>
    <p:sldId id="1368" r:id="rId8"/>
    <p:sldId id="1369" r:id="rId9"/>
    <p:sldId id="1371" r:id="rId10"/>
    <p:sldId id="1372" r:id="rId11"/>
    <p:sldId id="1348" r:id="rId12"/>
    <p:sldId id="1365" r:id="rId13"/>
    <p:sldId id="1366" r:id="rId14"/>
    <p:sldId id="1370" r:id="rId15"/>
    <p:sldId id="1373" r:id="rId16"/>
    <p:sldId id="1374" r:id="rId17"/>
    <p:sldId id="1378" r:id="rId18"/>
    <p:sldId id="1361" r:id="rId19"/>
    <p:sldId id="1375" r:id="rId20"/>
    <p:sldId id="1367" r:id="rId21"/>
    <p:sldId id="1359" r:id="rId22"/>
    <p:sldId id="1363" r:id="rId23"/>
    <p:sldId id="1362" r:id="rId24"/>
    <p:sldId id="1364" r:id="rId25"/>
    <p:sldId id="1384" r:id="rId26"/>
    <p:sldId id="1385" r:id="rId27"/>
    <p:sldId id="1386" r:id="rId28"/>
    <p:sldId id="1387" r:id="rId29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13.03.2026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13.03.2026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ettings/copilot/feature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features/copilot/plans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youtube.com/watch?v=7hXopsNoOfk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65B48-1854-E306-1A20-AEF0FD14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 in Home Assistant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7C1BAA-5B07-3CA0-0F2D-8FA12D8D05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Konfiguration mit Hilfe der AI</a:t>
            </a:r>
          </a:p>
          <a:p>
            <a:pPr lvl="1"/>
            <a:r>
              <a:rPr lang="de-AT" dirty="0"/>
              <a:t>Dashboards, </a:t>
            </a:r>
            <a:r>
              <a:rPr lang="de-AT" dirty="0" err="1"/>
              <a:t>Automations</a:t>
            </a:r>
            <a:r>
              <a:rPr lang="de-AT" dirty="0"/>
              <a:t>, </a:t>
            </a:r>
            <a:r>
              <a:rPr lang="de-AT" dirty="0" err="1"/>
              <a:t>Configurations</a:t>
            </a:r>
            <a:r>
              <a:rPr lang="de-AT" dirty="0"/>
              <a:t>, …</a:t>
            </a:r>
          </a:p>
          <a:p>
            <a:pPr lvl="1"/>
            <a:r>
              <a:rPr lang="de-AT" dirty="0"/>
              <a:t>Per Chat oder per Agent</a:t>
            </a:r>
          </a:p>
          <a:p>
            <a:r>
              <a:rPr lang="de-AT" dirty="0"/>
              <a:t>Sprachassistenten mit AI-Unterstützung</a:t>
            </a:r>
          </a:p>
          <a:p>
            <a:pPr lvl="1"/>
            <a:r>
              <a:rPr lang="de-AT" dirty="0"/>
              <a:t>Weniger strikte Textvorgaben</a:t>
            </a:r>
          </a:p>
          <a:p>
            <a:r>
              <a:rPr lang="de-AT" dirty="0"/>
              <a:t>KI-Vorschläge direkt in HA eingebaut</a:t>
            </a:r>
          </a:p>
          <a:p>
            <a:pPr lvl="1"/>
            <a:r>
              <a:rPr lang="de-AT" dirty="0"/>
              <a:t>Sollen bei der Erstellung von </a:t>
            </a:r>
            <a:r>
              <a:rPr lang="de-AT" dirty="0" err="1"/>
              <a:t>Automations</a:t>
            </a:r>
            <a:r>
              <a:rPr lang="de-AT" dirty="0"/>
              <a:t>, … helfen</a:t>
            </a:r>
          </a:p>
          <a:p>
            <a:r>
              <a:rPr lang="de-AT" dirty="0"/>
              <a:t>Workflowsysteme in Verbindung mit HA</a:t>
            </a:r>
          </a:p>
          <a:p>
            <a:pPr lvl="1"/>
            <a:r>
              <a:rPr lang="de-AT" dirty="0" err="1"/>
              <a:t>Paperless</a:t>
            </a:r>
            <a:endParaRPr lang="de-AT" dirty="0"/>
          </a:p>
          <a:p>
            <a:pPr lvl="1"/>
            <a:r>
              <a:rPr lang="de-AT" dirty="0"/>
              <a:t>n8n</a:t>
            </a:r>
          </a:p>
        </p:txBody>
      </p:sp>
    </p:spTree>
    <p:extLst>
      <p:ext uri="{BB962C8B-B14F-4D97-AF65-F5344CB8AC3E}">
        <p14:creationId xmlns:p14="http://schemas.microsoft.com/office/powerpoint/2010/main" val="244497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8847C-1940-A9C9-ADA4-98826F79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Mit AI-Agenten HA-Aufgaben lösen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7B3010-05CA-6895-C791-36C25A51C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Bisher</a:t>
            </a:r>
          </a:p>
          <a:p>
            <a:pPr lvl="1"/>
            <a:r>
              <a:rPr lang="de-AT" sz="2000" dirty="0"/>
              <a:t>Mit AI-Chats </a:t>
            </a:r>
            <a:r>
              <a:rPr lang="de-AT" sz="2000" dirty="0" err="1"/>
              <a:t>Automations</a:t>
            </a:r>
            <a:r>
              <a:rPr lang="de-AT" sz="2000" dirty="0"/>
              <a:t> und Oberflächen erzeugen oder optimieren</a:t>
            </a:r>
          </a:p>
          <a:p>
            <a:pPr lvl="1"/>
            <a:r>
              <a:rPr lang="de-AT" sz="2000" dirty="0"/>
              <a:t>Es ist umständlich die </a:t>
            </a:r>
            <a:r>
              <a:rPr lang="de-AT" sz="2000" dirty="0" err="1"/>
              <a:t>Ids</a:t>
            </a:r>
            <a:r>
              <a:rPr lang="de-AT" sz="2000" dirty="0"/>
              <a:t> der Entitäten, Actions, … in den Prompt zu bekommen</a:t>
            </a:r>
          </a:p>
          <a:p>
            <a:r>
              <a:rPr lang="de-AT" sz="2400" dirty="0"/>
              <a:t>Mit AI-Agenten</a:t>
            </a:r>
          </a:p>
          <a:p>
            <a:pPr lvl="1"/>
            <a:r>
              <a:rPr lang="de-AT" sz="2000" dirty="0"/>
              <a:t>Direkte Verbindung mit HA </a:t>
            </a:r>
          </a:p>
          <a:p>
            <a:pPr lvl="2"/>
            <a:r>
              <a:rPr lang="de-AT" sz="2000" dirty="0"/>
              <a:t>Samba und </a:t>
            </a:r>
            <a:r>
              <a:rPr lang="de-AT" sz="2000" dirty="0" err="1"/>
              <a:t>Config</a:t>
            </a:r>
            <a:r>
              <a:rPr lang="de-AT" sz="2000" dirty="0"/>
              <a:t>-Laufwerk</a:t>
            </a:r>
          </a:p>
          <a:p>
            <a:pPr lvl="2"/>
            <a:r>
              <a:rPr lang="de-AT" sz="2000" dirty="0"/>
              <a:t>SSH für noch besseren Zugriff</a:t>
            </a:r>
          </a:p>
          <a:p>
            <a:r>
              <a:rPr lang="de-AT" sz="2400" dirty="0"/>
              <a:t>AI-</a:t>
            </a:r>
            <a:r>
              <a:rPr lang="de-AT" sz="2400" dirty="0" err="1"/>
              <a:t>Subscription</a:t>
            </a:r>
            <a:r>
              <a:rPr lang="de-AT" sz="2400" dirty="0"/>
              <a:t> ist notwendig</a:t>
            </a:r>
          </a:p>
          <a:p>
            <a:pPr lvl="1"/>
            <a:r>
              <a:rPr lang="de-AT" sz="2200" dirty="0"/>
              <a:t>GitHub-Copilot</a:t>
            </a:r>
          </a:p>
          <a:p>
            <a:pPr lvl="1"/>
            <a:r>
              <a:rPr lang="de-AT" sz="2200" dirty="0"/>
              <a:t>Open-Source- Projekt </a:t>
            </a:r>
            <a:r>
              <a:rPr lang="de-AT" sz="2200" dirty="0" err="1"/>
              <a:t>Continue</a:t>
            </a:r>
            <a:endParaRPr lang="de-AT" sz="2200" dirty="0"/>
          </a:p>
          <a:p>
            <a:pPr lvl="1"/>
            <a:endParaRPr lang="de-AT" sz="2200" dirty="0"/>
          </a:p>
        </p:txBody>
      </p:sp>
    </p:spTree>
    <p:extLst>
      <p:ext uri="{BB962C8B-B14F-4D97-AF65-F5344CB8AC3E}">
        <p14:creationId xmlns:p14="http://schemas.microsoft.com/office/powerpoint/2010/main" val="226077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ECD01-B682-294D-FC91-BC020B7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GitHub Copilot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9127CC-E851-3682-3301-AC2BF90750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>
                <a:hlinkClick r:id="rId2"/>
              </a:rPr>
              <a:t>https://github.com/settings/copilot/features</a:t>
            </a:r>
            <a:endParaRPr lang="de-AT" sz="2400" dirty="0"/>
          </a:p>
          <a:p>
            <a:r>
              <a:rPr lang="de-AT" sz="2400" dirty="0"/>
              <a:t>Kostet 10$/Monat oder 100$/Jahr</a:t>
            </a:r>
          </a:p>
          <a:p>
            <a:pPr lvl="1"/>
            <a:r>
              <a:rPr lang="de-AT" sz="2000" dirty="0"/>
              <a:t>Über die Schule kostenlos möglich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DDE7C8-D6B5-0456-B0B6-9C692BE93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794478"/>
            <a:ext cx="63246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0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458733-70AF-53FB-B479-2642B650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1 Monat zum Testen ist frei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EF8B93-CED6-2233-6E08-6B8488FA5A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442F87E-E0F3-3268-14AC-F1320102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8" y="1268413"/>
            <a:ext cx="85058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3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DB4B4-B3BA-EC8F-AEEA-6310DCFB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dann fallen Kosten an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58BB8C-5589-8F76-5932-4A6FB2F8BD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>
                <a:hlinkClick r:id="rId2"/>
              </a:rPr>
              <a:t>https://github.com/features/copilot/plans</a:t>
            </a:r>
            <a:r>
              <a:rPr lang="de-AT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ABD09F-BE02-0D63-0F0B-B018CBF78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83" y="2204864"/>
            <a:ext cx="8207376" cy="37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27506-368B-057D-41AB-2F29342B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im </a:t>
            </a:r>
            <a:r>
              <a:rPr lang="de-AT" dirty="0" err="1"/>
              <a:t>Config</a:t>
            </a:r>
            <a:r>
              <a:rPr lang="de-AT" dirty="0"/>
              <a:t>-Verzeichnis öffnen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8321F4-9456-0E98-D22B-EDC0F70BC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Nicht ideal, weil KI gesamten Inhalt in </a:t>
            </a:r>
            <a:r>
              <a:rPr lang="de-AT" dirty="0" err="1"/>
              <a:t>Context</a:t>
            </a:r>
            <a:r>
              <a:rPr lang="de-AT" dirty="0"/>
              <a:t> liest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B3765E-E461-DF9A-6393-F7B9D3A0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19064"/>
            <a:ext cx="6382858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2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7857A-8376-B3A2-FAB2-46FA98ED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Statt dessen Remote SSH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32498C-F877-966B-3C5A-D1F8F0686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20A8840-9230-F740-2CEF-5ECC001F6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126"/>
            <a:ext cx="9144000" cy="434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2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977EE-6266-A0F1-7962-5E97D76A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SSH-Terminal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6F2189-0376-F544-2E92-3F04D8277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Im Terminal testen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52621E-2EED-1A1E-9BE9-FF31622C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5" y="1609080"/>
            <a:ext cx="6768750" cy="49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5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4B435-9A09-3331-6A30-5E17247A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Remote-SSH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1875DE-FB26-5FE0-321E-D35D28C1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908720"/>
            <a:ext cx="8207375" cy="4608165"/>
          </a:xfrm>
        </p:spPr>
        <p:txBody>
          <a:bodyPr/>
          <a:lstStyle/>
          <a:p>
            <a:r>
              <a:rPr lang="de-AT" dirty="0"/>
              <a:t>Strg-Shift-p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1CA12E-2C82-5D5A-9E71-A3E8A78C6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80" y="1372936"/>
            <a:ext cx="8473427" cy="13208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7851D5-DE13-EC13-4793-45BA9EDD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27" y="2795587"/>
            <a:ext cx="8331946" cy="20162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CFE469-75D7-E61A-4788-555874969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913563"/>
            <a:ext cx="4561386" cy="19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9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D5D6E-2856-5596-0FE1-00FAC4C1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 Code – Über SSH mit HA verbinden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AC0FE0-328B-0878-A6ED-D79C353692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8C3F6-731B-0FB8-2015-3E745116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981075"/>
            <a:ext cx="8586041" cy="14398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6BD1EB8-D632-61EE-2865-8621EF05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3" y="2851066"/>
            <a:ext cx="3816425" cy="158604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141912-97F3-C4A0-71A2-C5A7C83D7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197" y="3068960"/>
            <a:ext cx="5463803" cy="367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1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Per SSH-Terminal mit HA verbinden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Strg-Shift-p: Remote-SSH – Connect </a:t>
            </a:r>
            <a:r>
              <a:rPr lang="de-AT" sz="2000" dirty="0" err="1"/>
              <a:t>Current</a:t>
            </a:r>
            <a:r>
              <a:rPr lang="de-AT" sz="2000" dirty="0"/>
              <a:t> </a:t>
            </a:r>
            <a:r>
              <a:rPr lang="de-AT" sz="2000" dirty="0" err="1"/>
              <a:t>Window</a:t>
            </a:r>
            <a:r>
              <a:rPr lang="de-AT" sz="2000" dirty="0"/>
              <a:t> </a:t>
            </a:r>
            <a:r>
              <a:rPr lang="de-AT" sz="2000" dirty="0" err="1"/>
              <a:t>to</a:t>
            </a:r>
            <a:r>
              <a:rPr lang="de-AT" sz="2000" dirty="0"/>
              <a:t> Host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69D95A-BEDD-2F16-0B29-159786EE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916832"/>
            <a:ext cx="7116601" cy="447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67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B7827-73DD-821D-2397-A17BC081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Weitere Extension zur Codevervollständigung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C71694-17E0-8628-57D8-449B400E8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5F6F8A-56CE-1D6D-382D-944DB0646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84857"/>
            <a:ext cx="7632848" cy="428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15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D44BD-3B32-333D-9BE9-4B199307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Verbindung zu HA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8DD8A1-7889-7530-C1C5-9AEC9F9C6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Strg-Shift-p</a:t>
            </a:r>
          </a:p>
          <a:p>
            <a:r>
              <a:rPr lang="de-AT" sz="2400" dirty="0"/>
              <a:t>Home Assistant: Manage Home Assistant Authentication</a:t>
            </a:r>
          </a:p>
          <a:p>
            <a:pPr lvl="1"/>
            <a:r>
              <a:rPr lang="de-AT" sz="2200" dirty="0"/>
              <a:t>HA-URL eintragen</a:t>
            </a:r>
          </a:p>
          <a:p>
            <a:pPr lvl="1"/>
            <a:r>
              <a:rPr lang="de-AT" sz="2200" dirty="0"/>
              <a:t>Lang-Lebigen Token erzeugen und eintragen</a:t>
            </a:r>
          </a:p>
          <a:p>
            <a:pPr lvl="1"/>
            <a:r>
              <a:rPr lang="de-AT" sz="2200" dirty="0"/>
              <a:t>Verbindung testen</a:t>
            </a:r>
          </a:p>
          <a:p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E7267E1-5A76-039B-808B-71F508B6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429000"/>
            <a:ext cx="826337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7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4961F-C2FF-FF85-7D4F-A3C311FE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 kurzer Prompt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000432-A8F9-6BDB-8099-AC458EBAF1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DA6F06-7DE7-B4A1-E6CC-8F034D6D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975532"/>
            <a:ext cx="7322319" cy="58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4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494C1-B574-5012-1F32-C66879BB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gute Basis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B8FD9-F947-6D86-5674-5C1F32AFC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8795144-2641-78A9-E6CF-D2825EE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12336"/>
            <a:ext cx="8194100" cy="33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3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5F829-9063-AB6D-43ED-01374B7B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Automation erstellen lassen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4613A9-9552-62E0-A545-23A5B58D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Er hat über SSH auf alle Items von HA-Zugriff und sucht sich die Entity-IDs selbst</a:t>
            </a:r>
          </a:p>
          <a:p>
            <a:endParaRPr lang="de-AT" dirty="0"/>
          </a:p>
          <a:p>
            <a:r>
              <a:rPr lang="de-AT" dirty="0"/>
              <a:t>erstelle eine </a:t>
            </a:r>
            <a:r>
              <a:rPr lang="de-AT" dirty="0" err="1"/>
              <a:t>automation</a:t>
            </a:r>
            <a:r>
              <a:rPr lang="de-AT" dirty="0"/>
              <a:t>, die bei überschreiten der </a:t>
            </a:r>
            <a:r>
              <a:rPr lang="de-AT" dirty="0" err="1"/>
              <a:t>luftfeuchtigkeit</a:t>
            </a:r>
            <a:r>
              <a:rPr lang="de-AT" dirty="0"/>
              <a:t> von temp_hum_1 über 40% eine </a:t>
            </a:r>
            <a:r>
              <a:rPr lang="de-AT" dirty="0" err="1"/>
              <a:t>audio</a:t>
            </a:r>
            <a:r>
              <a:rPr lang="de-AT" dirty="0"/>
              <a:t> </a:t>
            </a:r>
            <a:r>
              <a:rPr lang="de-AT" dirty="0" err="1"/>
              <a:t>notification</a:t>
            </a:r>
            <a:r>
              <a:rPr lang="de-AT" dirty="0"/>
              <a:t> über den </a:t>
            </a:r>
            <a:r>
              <a:rPr lang="de-AT" dirty="0" err="1"/>
              <a:t>mediaplayer</a:t>
            </a:r>
            <a:r>
              <a:rPr lang="de-AT" dirty="0"/>
              <a:t> mit dem Text: Die </a:t>
            </a:r>
            <a:r>
              <a:rPr lang="de-AT" dirty="0" err="1"/>
              <a:t>luftfeuchtigkeit</a:t>
            </a:r>
            <a:r>
              <a:rPr lang="de-AT" dirty="0"/>
              <a:t> wurde überschritten und beträgt {Wert der Luftfeuchtigkeit}</a:t>
            </a:r>
          </a:p>
        </p:txBody>
      </p:sp>
    </p:spTree>
    <p:extLst>
      <p:ext uri="{BB962C8B-B14F-4D97-AF65-F5344CB8AC3E}">
        <p14:creationId xmlns:p14="http://schemas.microsoft.com/office/powerpoint/2010/main" val="3765208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88A79-0743-3C9F-BA9A-4DD690EE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D57E93-60FF-A5C1-007C-5F693BB45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6C42D3D-D041-CB39-AC50-4CBD4C69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" y="332656"/>
            <a:ext cx="9144000" cy="588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3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D7156-BFC2-1D0B-3EAE-4DF0ED9F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3009F8-8D22-1FE4-080D-50DAE15DA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F21078-08FE-C919-9A79-6E0C5F1B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28" y="-121540"/>
            <a:ext cx="9912907" cy="650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16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789ED-E031-EC77-D417-8087E028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Beispiel: </a:t>
            </a:r>
            <a:r>
              <a:rPr lang="de-AT" dirty="0" err="1"/>
              <a:t>Unavailable</a:t>
            </a:r>
            <a:r>
              <a:rPr lang="de-AT" dirty="0"/>
              <a:t> </a:t>
            </a:r>
            <a:r>
              <a:rPr lang="de-AT" dirty="0" err="1"/>
              <a:t>entities</a:t>
            </a:r>
            <a:r>
              <a:rPr lang="de-AT" dirty="0"/>
              <a:t> löschen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38BEE6-5CD2-5529-DBD4-8A314A8BC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1564B3-6F70-4020-B29F-4712109A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1075"/>
            <a:ext cx="8686937" cy="59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86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B7FC4-3980-7DEA-B834-AAF2E07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Auge auf die Tokens haben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12CC02-2A24-F11D-4588-B0B8A3E2D6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F96BF9-EAE9-5BA7-44EE-EA0B9B050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87624"/>
            <a:ext cx="68389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09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A0004-E64B-4AB8-7EDF-443D8CD7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Ohne GitHub Copilot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0E5499-0CE0-0DCE-B242-4F4B3844C3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VS-Code Extension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1F26E0-1FE4-533B-D17F-A9876096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31964"/>
            <a:ext cx="8640960" cy="46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2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4B0F-CC2E-2D01-D4C5-3F3A2D48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 </a:t>
            </a:r>
            <a:r>
              <a:rPr lang="de-AT" dirty="0" err="1"/>
              <a:t>continue.dev</a:t>
            </a:r>
            <a:r>
              <a:rPr lang="de-AT" dirty="0"/>
              <a:t> User anlegen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C95DCE-DEC3-50D0-B918-2BD738596F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Google-User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D0B4C5-EEC2-5067-95B4-D4A18527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095500"/>
            <a:ext cx="64960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32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6ADA1-54E2-2C89-FDEE-E6220009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6$ riskiert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5A817C-1325-DD5B-D7A4-A2F2C5BBE1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DFF26F-4E4A-3BC2-FBBC-4CD378FD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340768"/>
            <a:ext cx="3643515" cy="513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94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2BE7D-F756-35F0-4E69-D7BAAFB3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Sehen wir, wie weit wir kommen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E0FF4F-7FDA-8C94-83ED-B76498F91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B9BEEA8-8BE9-5E8E-148C-2F0F708C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1451112"/>
            <a:ext cx="8207376" cy="39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28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7B920-9BA3-0EF7-5E13-A851E149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Model </a:t>
            </a:r>
            <a:r>
              <a:rPr lang="de-AT" dirty="0" err="1"/>
              <a:t>Context</a:t>
            </a:r>
            <a:r>
              <a:rPr lang="de-AT" dirty="0"/>
              <a:t> Protocol für 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DE9C57-C75F-6633-48DF-C1BD4BDF28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https://www.youtube.com/watch?v=7hXopsNoOfk</a:t>
            </a:r>
            <a:r>
              <a:rPr lang="de-AT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3F2F9E-44FE-2C9D-1373-F4A371A1C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2" y="2088891"/>
            <a:ext cx="83153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13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68D79-4639-DE08-549E-353361C6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Scheint machbar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15757B-078B-3857-2344-5562C6EDFF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Thema für Mini-Projekte am Mittwoch</a:t>
            </a:r>
          </a:p>
          <a:p>
            <a:r>
              <a:rPr lang="de-AT" dirty="0"/>
              <a:t>Benötigt </a:t>
            </a:r>
            <a:r>
              <a:rPr lang="de-AT" dirty="0" err="1"/>
              <a:t>Credits</a:t>
            </a:r>
            <a:r>
              <a:rPr lang="de-AT" dirty="0"/>
              <a:t> bei OpenAI/Claude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ED1A3B-D100-9936-746B-15B3E4C76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2896"/>
            <a:ext cx="8999293" cy="35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0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50196-3E2E-D5E7-1AD2-A7C28244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Extension </a:t>
            </a:r>
            <a:r>
              <a:rPr lang="de-AT" dirty="0" err="1"/>
              <a:t>Cline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6320A0-4D09-BA1E-A902-622F920624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0C0ABC-8DA9-AF7A-2683-8B9C1AB4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87" y="1048911"/>
            <a:ext cx="822960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64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74E9E-7D8A-0F57-B828-678FC8E1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37E1C5-EC2F-32FF-7228-9B7824EBA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1249433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353</Words>
  <Application>Microsoft Office PowerPoint</Application>
  <PresentationFormat>Bildschirmpräsentation (4:3)</PresentationFormat>
  <Paragraphs>66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3" baseType="lpstr">
      <vt:lpstr>Arial</vt:lpstr>
      <vt:lpstr>Calibri</vt:lpstr>
      <vt:lpstr>Symbol</vt:lpstr>
      <vt:lpstr>Wingdings</vt:lpstr>
      <vt:lpstr>2_Larissa</vt:lpstr>
      <vt:lpstr>AI in Home Assistant</vt:lpstr>
      <vt:lpstr>Mit AI-Agenten HA-Aufgaben lösen</vt:lpstr>
      <vt:lpstr>GitHub Copilot</vt:lpstr>
      <vt:lpstr>1 Monat zum Testen ist frei …</vt:lpstr>
      <vt:lpstr>… dann fallen Kosten an</vt:lpstr>
      <vt:lpstr>VS-Code im Config-Verzeichnis öffnen</vt:lpstr>
      <vt:lpstr>Statt dessen Remote SSH</vt:lpstr>
      <vt:lpstr>HA – SSH-Terminal konfigurieren</vt:lpstr>
      <vt:lpstr>VS-Code Remote-SSH konfigurieren</vt:lpstr>
      <vt:lpstr>VS Code – Über SSH mit HA verbinden</vt:lpstr>
      <vt:lpstr>Per SSH-Terminal mit HA verbinden</vt:lpstr>
      <vt:lpstr>Weitere Extension zur Codevervollständigung</vt:lpstr>
      <vt:lpstr>Verbindung zu HA konfigurieren</vt:lpstr>
      <vt:lpstr>Ein kurzer Prompt …</vt:lpstr>
      <vt:lpstr>… gute Basis</vt:lpstr>
      <vt:lpstr>Automation erstellen lassen</vt:lpstr>
      <vt:lpstr>PowerPoint-Präsentation</vt:lpstr>
      <vt:lpstr>PowerPoint-Präsentation</vt:lpstr>
      <vt:lpstr>Beispiel: Unavailable entities löschen</vt:lpstr>
      <vt:lpstr>Auge auf die Tokens haben</vt:lpstr>
      <vt:lpstr>Ohne GitHub Copilot </vt:lpstr>
      <vt:lpstr>In continue.dev User anlegen</vt:lpstr>
      <vt:lpstr>6$ riskiert</vt:lpstr>
      <vt:lpstr>Sehen wir, wie weit wir kommen</vt:lpstr>
      <vt:lpstr>Model Context Protocol für HA</vt:lpstr>
      <vt:lpstr>Scheint machbar</vt:lpstr>
      <vt:lpstr>VS-Code Extension Cline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913</cp:revision>
  <dcterms:created xsi:type="dcterms:W3CDTF">2011-08-18T07:37:01Z</dcterms:created>
  <dcterms:modified xsi:type="dcterms:W3CDTF">2026-03-22T13:45:10Z</dcterms:modified>
</cp:coreProperties>
</file>