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9"/>
  </p:notesMasterIdLst>
  <p:handoutMasterIdLst>
    <p:handoutMasterId r:id="rId20"/>
  </p:handoutMasterIdLst>
  <p:sldIdLst>
    <p:sldId id="1348" r:id="rId2"/>
    <p:sldId id="1352" r:id="rId3"/>
    <p:sldId id="1349" r:id="rId4"/>
    <p:sldId id="1350" r:id="rId5"/>
    <p:sldId id="1351" r:id="rId6"/>
    <p:sldId id="1355" r:id="rId7"/>
    <p:sldId id="1356" r:id="rId8"/>
    <p:sldId id="1353" r:id="rId9"/>
    <p:sldId id="1357" r:id="rId10"/>
    <p:sldId id="1358" r:id="rId11"/>
    <p:sldId id="1354" r:id="rId12"/>
    <p:sldId id="1359" r:id="rId13"/>
    <p:sldId id="1361" r:id="rId14"/>
    <p:sldId id="1363" r:id="rId15"/>
    <p:sldId id="1364" r:id="rId16"/>
    <p:sldId id="1362" r:id="rId17"/>
    <p:sldId id="1360" r:id="rId18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22.02.2026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22.02.2026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778A3-6E07-8A3D-20E9-EC807F17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8CF7E-4829-84F1-F616-E5776BF0D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308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88826-082A-9FF9-B239-137CF7CB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Update transparenter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85DD17-18F7-3FA1-9D9C-558B95CEAF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Blieb bei mir öfter hängen</a:t>
            </a:r>
          </a:p>
          <a:p>
            <a:r>
              <a:rPr lang="de-AT" dirty="0"/>
              <a:t>Neustart natürlich trotzdem notwendig</a:t>
            </a:r>
          </a:p>
        </p:txBody>
      </p:sp>
      <p:pic>
        <p:nvPicPr>
          <p:cNvPr id="5" name="Grafik 4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7530795C-FB44-D24C-54A5-01585BA55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230414"/>
            <a:ext cx="5256584" cy="39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7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893B7-0C38-E241-D59C-2586752D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Seitenleiste reorganisiert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EB2AFD-115E-7B0B-ACDB-0F07833AC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5615855" cy="4608165"/>
          </a:xfrm>
        </p:spPr>
        <p:txBody>
          <a:bodyPr/>
          <a:lstStyle/>
          <a:p>
            <a:r>
              <a:rPr lang="de-AT" dirty="0"/>
              <a:t>Fixer Bereich</a:t>
            </a:r>
          </a:p>
          <a:p>
            <a:r>
              <a:rPr lang="de-AT" dirty="0" err="1"/>
              <a:t>Scrollbare</a:t>
            </a:r>
            <a:r>
              <a:rPr lang="de-AT" dirty="0"/>
              <a:t> Menüleiste</a:t>
            </a:r>
          </a:p>
        </p:txBody>
      </p:sp>
      <p:pic>
        <p:nvPicPr>
          <p:cNvPr id="5" name="Grafik 4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97D4F1E5-E3E6-0490-7D6B-873409A35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1381956"/>
            <a:ext cx="24574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1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19212-342D-E76D-A522-BAAAB5CC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Neustartmenü überarbeitet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53A5CE-AE47-19BB-7089-3165EC1F7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A511C0AD-8FFC-A1BE-17BE-3F595FDCB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25555"/>
            <a:ext cx="6120680" cy="3266152"/>
          </a:xfrm>
          <a:prstGeom prst="rect">
            <a:avLst/>
          </a:prstGeom>
        </p:spPr>
      </p:pic>
      <p:pic>
        <p:nvPicPr>
          <p:cNvPr id="7" name="Grafik 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39BE073-0C92-F869-C83F-AFF4F5B3A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065034"/>
            <a:ext cx="5040560" cy="46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66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BD01A-7EBE-1630-0CD3-3F4C52AB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Entwicklerwerkzeuge in Einstellungen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57CE53-B62B-C16B-859B-AC05B8918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0A5BCB1-00C6-DAB1-FA70-54AAFBD5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413"/>
            <a:ext cx="7204836" cy="374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3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430A0-0959-3B78-769C-419E7168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 Add-Ons wurden Apps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56D50B-8F49-0D8A-3EC6-8BF0E20BC4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A420BDD-12CE-BA74-FEDE-E78549AA3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68413"/>
            <a:ext cx="6624736" cy="453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3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41446-550B-F867-13CF-7BAB0C88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7B7A97-7ED8-6BDF-EFFE-AD6D44D2DC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7927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6C5B2-F5C8-DAEF-0F90-6FB26F41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Awattar</a:t>
            </a:r>
            <a:r>
              <a:rPr lang="de-AT" dirty="0"/>
              <a:t> statt </a:t>
            </a:r>
            <a:r>
              <a:rPr lang="de-AT" dirty="0" err="1"/>
              <a:t>Epex-Scraper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5C6DC7-33F1-4288-2E88-57C325667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124744"/>
            <a:ext cx="8207375" cy="4608165"/>
          </a:xfrm>
        </p:spPr>
        <p:txBody>
          <a:bodyPr/>
          <a:lstStyle/>
          <a:p>
            <a:r>
              <a:rPr lang="de-AT" dirty="0"/>
              <a:t>Stabiler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6826A0B-CDA4-600D-DD15-958F87D52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7" y="2060848"/>
            <a:ext cx="83248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6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D24D0-5BF5-19C9-48AA-32C830B7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API statt </a:t>
            </a:r>
            <a:r>
              <a:rPr lang="de-AT" dirty="0" err="1"/>
              <a:t>Scraper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1A7F0F-26A9-9AC2-2C11-489959616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Reihe, Schrift enthält.&#10;&#10;KI-generierte Inhalte können fehlerhaft sein.">
            <a:extLst>
              <a:ext uri="{FF2B5EF4-FFF2-40B4-BE49-F238E27FC236}">
                <a16:creationId xmlns:a16="http://schemas.microsoft.com/office/drawing/2014/main" id="{EA64ACAD-E10F-2270-A707-0CBBB620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52" y="1258887"/>
            <a:ext cx="7236296" cy="2632608"/>
          </a:xfrm>
          <a:prstGeom prst="rect">
            <a:avLst/>
          </a:prstGeom>
        </p:spPr>
      </p:pic>
      <p:pic>
        <p:nvPicPr>
          <p:cNvPr id="7" name="Grafik 6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825F8954-B2F8-B22C-C2C2-F9871F8F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13" y="4016829"/>
            <a:ext cx="9144000" cy="20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515E9-D359-A524-CCC2-460E61D0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Preisaufschläge konfigurierbar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B791D5-CAD6-3538-F379-46C3536AEC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Aus </a:t>
            </a:r>
            <a:r>
              <a:rPr lang="de-AT"/>
              <a:t>Stromrechnung eruieren</a:t>
            </a:r>
            <a:endParaRPr lang="de-AT" dirty="0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260534E6-EAEE-D8C1-07CD-47686E80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975855"/>
            <a:ext cx="4032448" cy="474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6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DBE13-7374-69C5-8AB4-3CBA37A9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349220-CC0B-3767-046F-638601BEA7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6270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9E25C-23A5-F9E7-964E-FB09C3D8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AI innerhalb von HA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B9C922-CCAD-0DDE-4739-F2F82D94FE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Einstellungen – System - Allgemein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9A235C3C-5129-28A7-A075-6CD788CB7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2132856"/>
            <a:ext cx="59912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91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E24F1-DD25-D15F-2BD8-F85441E7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OpenAI Integration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21DB99-A48B-8893-36AC-6AE1915D3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9F8076A-59FE-2306-5BCC-61F3E4AB5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76375"/>
            <a:ext cx="4210050" cy="1952625"/>
          </a:xfrm>
          <a:prstGeom prst="rect">
            <a:avLst/>
          </a:prstGeom>
        </p:spPr>
      </p:pic>
      <p:pic>
        <p:nvPicPr>
          <p:cNvPr id="7" name="Grafik 6" descr="Ein Bild, das Text, Elektronik, Screenshot, Betriebssystem enthält.&#10;&#10;KI-generierte Inhalte können fehlerhaft sein.">
            <a:extLst>
              <a:ext uri="{FF2B5EF4-FFF2-40B4-BE49-F238E27FC236}">
                <a16:creationId xmlns:a16="http://schemas.microsoft.com/office/drawing/2014/main" id="{A442E97A-4230-D61E-1699-0AEA011A1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4020985"/>
            <a:ext cx="51625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62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8304A-698E-2D41-E108-B638F4C7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B4A4A8-3014-5CA4-1EDC-5219EC3E4A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596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928F2-159F-56DA-7A3A-2232F6A6C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 </a:t>
            </a:r>
            <a:r>
              <a:rPr lang="de-AT" dirty="0" err="1"/>
              <a:t>Suggester</a:t>
            </a:r>
            <a:r>
              <a:rPr lang="de-AT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70767D-679C-E854-5F5C-CEC7D25DEF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Analysiert System und schlägt typische </a:t>
            </a:r>
            <a:r>
              <a:rPr lang="de-AT" dirty="0" err="1"/>
              <a:t>Automations</a:t>
            </a:r>
            <a:r>
              <a:rPr lang="de-AT" dirty="0"/>
              <a:t> vor</a:t>
            </a:r>
          </a:p>
          <a:p>
            <a:r>
              <a:rPr lang="de-AT" dirty="0"/>
              <a:t>Braucht ein LLM</a:t>
            </a:r>
          </a:p>
        </p:txBody>
      </p:sp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C2473A6B-8FB2-DB5A-CDA6-CE6CB42C1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20" y="3076402"/>
            <a:ext cx="8096980" cy="280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7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49756-A655-2155-C4D8-057CD16C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F271B9-65C8-2A1A-3B2F-C39318FF3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0885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EA48D-1464-3D78-14B2-871570CD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1CC0B4-6F49-4DF2-6140-28C51D8C86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44692786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</Words>
  <Application>Microsoft Office PowerPoint</Application>
  <PresentationFormat>Bildschirmpräsentation (4:3)</PresentationFormat>
  <Paragraphs>20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Arial</vt:lpstr>
      <vt:lpstr>Calibri</vt:lpstr>
      <vt:lpstr>Symbol</vt:lpstr>
      <vt:lpstr>Wingdings</vt:lpstr>
      <vt:lpstr>2_Larissa</vt:lpstr>
      <vt:lpstr>PowerPoint-Präsentation</vt:lpstr>
      <vt:lpstr>Update transparenter</vt:lpstr>
      <vt:lpstr>Seitenleiste reorganisiert</vt:lpstr>
      <vt:lpstr>Neustartmenü überarbeitet</vt:lpstr>
      <vt:lpstr>Entwicklerwerkzeuge in Einstellungen</vt:lpstr>
      <vt:lpstr>Aus Add-Ons wurden Apps</vt:lpstr>
      <vt:lpstr>PowerPoint-Präsentation</vt:lpstr>
      <vt:lpstr>Awattar statt Epex-Scraper</vt:lpstr>
      <vt:lpstr>API statt Scraper</vt:lpstr>
      <vt:lpstr>Preisaufschläge konfigurierbar</vt:lpstr>
      <vt:lpstr>PowerPoint-Präsentation</vt:lpstr>
      <vt:lpstr>Integration AI innerhalb von HA</vt:lpstr>
      <vt:lpstr>OpenAI Integration hinzufügen</vt:lpstr>
      <vt:lpstr>PowerPoint-Präsentation</vt:lpstr>
      <vt:lpstr>AI Suggester 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906</cp:revision>
  <dcterms:created xsi:type="dcterms:W3CDTF">2011-08-18T07:37:01Z</dcterms:created>
  <dcterms:modified xsi:type="dcterms:W3CDTF">2026-02-26T19:08:47Z</dcterms:modified>
</cp:coreProperties>
</file>