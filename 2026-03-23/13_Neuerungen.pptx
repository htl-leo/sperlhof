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15"/>
  </p:notesMasterIdLst>
  <p:handoutMasterIdLst>
    <p:handoutMasterId r:id="rId16"/>
  </p:handoutMasterIdLst>
  <p:sldIdLst>
    <p:sldId id="1348" r:id="rId2"/>
    <p:sldId id="1364" r:id="rId3"/>
    <p:sldId id="1352" r:id="rId4"/>
    <p:sldId id="1363" r:id="rId5"/>
    <p:sldId id="1349" r:id="rId6"/>
    <p:sldId id="1350" r:id="rId7"/>
    <p:sldId id="1351" r:id="rId8"/>
    <p:sldId id="1355" r:id="rId9"/>
    <p:sldId id="1353" r:id="rId10"/>
    <p:sldId id="1357" r:id="rId11"/>
    <p:sldId id="1358" r:id="rId12"/>
    <p:sldId id="1359" r:id="rId13"/>
    <p:sldId id="1361" r:id="rId14"/>
  </p:sldIdLst>
  <p:sldSz cx="9144000" cy="6858000" type="screen4x3"/>
  <p:notesSz cx="6797675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2353" autoAdjust="0"/>
  </p:normalViewPr>
  <p:slideViewPr>
    <p:cSldViewPr>
      <p:cViewPr varScale="1">
        <p:scale>
          <a:sx n="87" d="100"/>
          <a:sy n="87" d="100"/>
        </p:scale>
        <p:origin x="220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09.03.2026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09.03.2026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8778A3-6E07-8A3D-20E9-EC807F173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Neuerungen 2026.3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448CF7E-4829-84F1-F616-E5776BF0DB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D03ED00-68B9-63AA-985B-D5359EAEC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12" y="1039194"/>
            <a:ext cx="8207376" cy="505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085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1680E1-85F5-D576-68AB-17D7D1DF3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EB0C72E-0DC5-4E91-2E0A-8536465DEF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A5F3F39-1014-AE41-D1B6-EBC259208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8413"/>
            <a:ext cx="9144000" cy="393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466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788826-082A-9FF9-B239-137CF7CB9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Update transparenter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085DD17-18F7-3FA1-9D9C-558B95CEAF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dirty="0"/>
              <a:t>Blieb bei mir öfter hängen</a:t>
            </a:r>
          </a:p>
          <a:p>
            <a:r>
              <a:rPr lang="de-AT" dirty="0"/>
              <a:t>Neustart natürlich trotzdem notwendig</a:t>
            </a:r>
          </a:p>
        </p:txBody>
      </p:sp>
      <p:pic>
        <p:nvPicPr>
          <p:cNvPr id="5" name="Grafik 4" descr="Ein Bild, das Text, Screenshot, Software, Zahl enthält.&#10;&#10;KI-generierte Inhalte können fehlerhaft sein.">
            <a:extLst>
              <a:ext uri="{FF2B5EF4-FFF2-40B4-BE49-F238E27FC236}">
                <a16:creationId xmlns:a16="http://schemas.microsoft.com/office/drawing/2014/main" id="{7530795C-FB44-D24C-54A5-01585BA55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2769888"/>
            <a:ext cx="4536504" cy="339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277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72EC6A-84F8-26F8-22A7-9658F3C4F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Backups gründlich überarbeitet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E3EE073-5574-5A62-F6AF-5F5463A330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4103687" cy="4608165"/>
          </a:xfrm>
        </p:spPr>
        <p:txBody>
          <a:bodyPr/>
          <a:lstStyle/>
          <a:p>
            <a:r>
              <a:rPr lang="de-AT" sz="2400" dirty="0"/>
              <a:t>Automatisierung in UI</a:t>
            </a:r>
          </a:p>
          <a:p>
            <a:pPr lvl="1"/>
            <a:r>
              <a:rPr lang="de-AT" sz="2000" dirty="0"/>
              <a:t>Zeitpläne</a:t>
            </a:r>
          </a:p>
          <a:p>
            <a:pPr lvl="1"/>
            <a:r>
              <a:rPr lang="de-AT" sz="2000" dirty="0"/>
              <a:t>Aufbewahrungsregeln</a:t>
            </a:r>
          </a:p>
          <a:p>
            <a:r>
              <a:rPr lang="de-AT" sz="2200" dirty="0"/>
              <a:t>Verschlüsselung</a:t>
            </a:r>
          </a:p>
          <a:p>
            <a:pPr lvl="1"/>
            <a:r>
              <a:rPr lang="de-AT" sz="2000" dirty="0"/>
              <a:t>Key</a:t>
            </a:r>
          </a:p>
          <a:p>
            <a:r>
              <a:rPr lang="de-AT" sz="2400" dirty="0"/>
              <a:t>Backupziele</a:t>
            </a:r>
          </a:p>
          <a:p>
            <a:pPr lvl="1"/>
            <a:r>
              <a:rPr lang="de-AT" sz="2000" dirty="0"/>
              <a:t>NAS</a:t>
            </a:r>
          </a:p>
          <a:p>
            <a:pPr lvl="1"/>
            <a:r>
              <a:rPr lang="de-AT" sz="2000" dirty="0"/>
              <a:t>Cloud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BCBFCE2-3224-D0D7-4666-9DD34E02C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438" y="981075"/>
            <a:ext cx="4690562" cy="558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491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5893B7-0C38-E241-D59C-2586752DD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Seitenleiste reorganisiert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EB2AFD-115E-7B0B-ACDB-0F07833ACE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5615855" cy="4608165"/>
          </a:xfrm>
        </p:spPr>
        <p:txBody>
          <a:bodyPr/>
          <a:lstStyle/>
          <a:p>
            <a:r>
              <a:rPr lang="de-AT" dirty="0"/>
              <a:t>Fixer Bereich</a:t>
            </a:r>
          </a:p>
          <a:p>
            <a:r>
              <a:rPr lang="de-AT" dirty="0" err="1"/>
              <a:t>Scrollbare</a:t>
            </a:r>
            <a:r>
              <a:rPr lang="de-AT" dirty="0"/>
              <a:t> Menüleiste</a:t>
            </a:r>
          </a:p>
        </p:txBody>
      </p:sp>
      <p:pic>
        <p:nvPicPr>
          <p:cNvPr id="5" name="Grafik 4" descr="Ein Bild, das Text, Screenshot enthält.&#10;&#10;KI-generierte Inhalte können fehlerhaft sein.">
            <a:extLst>
              <a:ext uri="{FF2B5EF4-FFF2-40B4-BE49-F238E27FC236}">
                <a16:creationId xmlns:a16="http://schemas.microsoft.com/office/drawing/2014/main" id="{97D4F1E5-E3E6-0490-7D6B-873409A35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00" y="1381956"/>
            <a:ext cx="245745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417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819212-342D-E76D-A522-BAAAB5CC9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Neustartmenü überarbeitet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553A5CE-AE47-19BB-7089-3165EC1F79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oftware, Webseite enthält.&#10;&#10;KI-generierte Inhalte können fehlerhaft sein.">
            <a:extLst>
              <a:ext uri="{FF2B5EF4-FFF2-40B4-BE49-F238E27FC236}">
                <a16:creationId xmlns:a16="http://schemas.microsoft.com/office/drawing/2014/main" id="{A511C0AD-8FFC-A1BE-17BE-3F595FDCB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925555"/>
            <a:ext cx="6120680" cy="3266152"/>
          </a:xfrm>
          <a:prstGeom prst="rect">
            <a:avLst/>
          </a:prstGeom>
        </p:spPr>
      </p:pic>
      <p:pic>
        <p:nvPicPr>
          <p:cNvPr id="7" name="Grafik 6" descr="Ein Bild, das Text, Screenshot enthält.&#10;&#10;KI-generierte Inhalte können fehlerhaft sein.">
            <a:extLst>
              <a:ext uri="{FF2B5EF4-FFF2-40B4-BE49-F238E27FC236}">
                <a16:creationId xmlns:a16="http://schemas.microsoft.com/office/drawing/2014/main" id="{539BE073-0C92-F869-C83F-AFF4F5B3A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904" y="2065034"/>
            <a:ext cx="5040560" cy="467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766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EBD01A-7EBE-1630-0CD3-3F4C52ABE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Entwicklerwerkzeuge in Einstellungen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C57CE53-B62B-C16B-859B-AC05B8918D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 dirty="0"/>
          </a:p>
        </p:txBody>
      </p:sp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F0A5BCB1-00C6-DAB1-FA70-54AAFBD5F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268413"/>
            <a:ext cx="7204836" cy="374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432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430A0-0959-3B78-769C-419E7168B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Aus Add-Ons wurden Apps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156D50B-8F49-0D8A-3EC6-8BF0E20BC4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5A420BDD-12CE-BA74-FEDE-E78549AA3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268413"/>
            <a:ext cx="6624736" cy="453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333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56C5B2-F5C8-DAEF-0F90-6FB26F41F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Awattar</a:t>
            </a:r>
            <a:r>
              <a:rPr lang="de-AT" dirty="0"/>
              <a:t> statt </a:t>
            </a:r>
            <a:r>
              <a:rPr lang="de-AT" dirty="0" err="1"/>
              <a:t>Epex-Scraper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C5C6DC7-33F1-4288-2E88-57C3256672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528" y="1124744"/>
            <a:ext cx="8207375" cy="4608165"/>
          </a:xfrm>
        </p:spPr>
        <p:txBody>
          <a:bodyPr/>
          <a:lstStyle/>
          <a:p>
            <a:r>
              <a:rPr lang="de-AT" dirty="0"/>
              <a:t>Stabiler</a:t>
            </a:r>
          </a:p>
        </p:txBody>
      </p:sp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66826A0B-CDA4-600D-DD15-958F87D52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27" y="2060848"/>
            <a:ext cx="832485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462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1D24D0-5BF5-19C9-48AA-32C830B71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API statt </a:t>
            </a:r>
            <a:r>
              <a:rPr lang="de-AT" dirty="0" err="1"/>
              <a:t>Scraper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41A7F0F-26A9-9AC2-2C11-489959616B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Reihe, Schrift enthält.&#10;&#10;KI-generierte Inhalte können fehlerhaft sein.">
            <a:extLst>
              <a:ext uri="{FF2B5EF4-FFF2-40B4-BE49-F238E27FC236}">
                <a16:creationId xmlns:a16="http://schemas.microsoft.com/office/drawing/2014/main" id="{EA64ACAD-E10F-2270-A707-0CBBB6203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852" y="1258887"/>
            <a:ext cx="7236296" cy="2632608"/>
          </a:xfrm>
          <a:prstGeom prst="rect">
            <a:avLst/>
          </a:prstGeom>
        </p:spPr>
      </p:pic>
      <p:pic>
        <p:nvPicPr>
          <p:cNvPr id="7" name="Grafik 6" descr="Ein Bild, das Text, Screenshot, Schrift, Reihe enthält.&#10;&#10;KI-generierte Inhalte können fehlerhaft sein.">
            <a:extLst>
              <a:ext uri="{FF2B5EF4-FFF2-40B4-BE49-F238E27FC236}">
                <a16:creationId xmlns:a16="http://schemas.microsoft.com/office/drawing/2014/main" id="{825F8954-B2F8-B22C-C2C2-F9871F8F96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313" y="4016829"/>
            <a:ext cx="9144000" cy="201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968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1515E9-D359-A524-CCC2-460E61D0C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Preisaufschläge konfigurierbar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EB791D5-CAD6-3538-F379-46C3536AEC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8313" y="1052736"/>
            <a:ext cx="8207375" cy="4608165"/>
          </a:xfrm>
        </p:spPr>
        <p:txBody>
          <a:bodyPr/>
          <a:lstStyle/>
          <a:p>
            <a:r>
              <a:rPr lang="de-AT" dirty="0"/>
              <a:t>Aus </a:t>
            </a:r>
            <a:r>
              <a:rPr lang="de-AT"/>
              <a:t>Stromrechnung eruieren</a:t>
            </a:r>
            <a:endParaRPr lang="de-AT" dirty="0"/>
          </a:p>
        </p:txBody>
      </p:sp>
      <p:pic>
        <p:nvPicPr>
          <p:cNvPr id="5" name="Grafik 4" descr="Ein Bild, das Text, Elektronik, Screenshot, Software enthält.&#10;&#10;KI-generierte Inhalte können fehlerhaft sein.">
            <a:extLst>
              <a:ext uri="{FF2B5EF4-FFF2-40B4-BE49-F238E27FC236}">
                <a16:creationId xmlns:a16="http://schemas.microsoft.com/office/drawing/2014/main" id="{260534E6-EAEE-D8C1-07CD-47686E80A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1975855"/>
            <a:ext cx="4032448" cy="4740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766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79E25C-23A5-F9E7-964E-FB09C3D8D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Integration AI innerhalb von HA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CB9C922-CCAD-0DDE-4739-F2F82D94FE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Einstellungen – System - Allgemein</a:t>
            </a:r>
          </a:p>
        </p:txBody>
      </p:sp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9A235C3C-5129-28A7-A075-6CD788CB7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387" y="2132856"/>
            <a:ext cx="5991225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391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9E24F1-DD25-D15F-2BD8-F85441E74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OpenAI Integration hinzufügen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A21DB99-A48B-8893-36AC-6AE1915D3E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29F8076A-59FE-2306-5BCC-61F3E4AB5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1476375"/>
            <a:ext cx="4210050" cy="1952625"/>
          </a:xfrm>
          <a:prstGeom prst="rect">
            <a:avLst/>
          </a:prstGeom>
        </p:spPr>
      </p:pic>
      <p:pic>
        <p:nvPicPr>
          <p:cNvPr id="7" name="Grafik 6" descr="Ein Bild, das Text, Elektronik, Screenshot, Betriebssystem enthält.&#10;&#10;KI-generierte Inhalte können fehlerhaft sein.">
            <a:extLst>
              <a:ext uri="{FF2B5EF4-FFF2-40B4-BE49-F238E27FC236}">
                <a16:creationId xmlns:a16="http://schemas.microsoft.com/office/drawing/2014/main" id="{A442E97A-4230-D61E-1699-0AEA011A1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4020985"/>
            <a:ext cx="5162550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462734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66</Words>
  <Application>Microsoft Office PowerPoint</Application>
  <PresentationFormat>Bildschirmpräsentation (4:3)</PresentationFormat>
  <Paragraphs>27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8" baseType="lpstr">
      <vt:lpstr>Arial</vt:lpstr>
      <vt:lpstr>Calibri</vt:lpstr>
      <vt:lpstr>Symbol</vt:lpstr>
      <vt:lpstr>Wingdings</vt:lpstr>
      <vt:lpstr>2_Larissa</vt:lpstr>
      <vt:lpstr>Neuerungen 2026.3</vt:lpstr>
      <vt:lpstr>PowerPoint-Präsentation</vt:lpstr>
      <vt:lpstr>Update transparenter</vt:lpstr>
      <vt:lpstr>Backups gründlich überarbeitet</vt:lpstr>
      <vt:lpstr>Seitenleiste reorganisiert</vt:lpstr>
      <vt:lpstr>Neustartmenü überarbeitet</vt:lpstr>
      <vt:lpstr>Entwicklerwerkzeuge in Einstellungen</vt:lpstr>
      <vt:lpstr>Aus Add-Ons wurden Apps</vt:lpstr>
      <vt:lpstr>Awattar statt Epex-Scraper</vt:lpstr>
      <vt:lpstr>API statt Scraper</vt:lpstr>
      <vt:lpstr>Preisaufschläge konfigurierbar</vt:lpstr>
      <vt:lpstr>Integration AI innerhalb von HA</vt:lpstr>
      <vt:lpstr>OpenAI Integration hinzufügen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Köck</dc:creator>
  <cp:lastModifiedBy>Gerald Köck</cp:lastModifiedBy>
  <cp:revision>909</cp:revision>
  <dcterms:created xsi:type="dcterms:W3CDTF">2011-08-18T07:37:01Z</dcterms:created>
  <dcterms:modified xsi:type="dcterms:W3CDTF">2026-03-11T18:17:57Z</dcterms:modified>
</cp:coreProperties>
</file>