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23"/>
  </p:notesMasterIdLst>
  <p:handoutMasterIdLst>
    <p:handoutMasterId r:id="rId24"/>
  </p:handoutMasterIdLst>
  <p:sldIdLst>
    <p:sldId id="1348" r:id="rId2"/>
    <p:sldId id="1360" r:id="rId3"/>
    <p:sldId id="1368" r:id="rId4"/>
    <p:sldId id="1369" r:id="rId5"/>
    <p:sldId id="1371" r:id="rId6"/>
    <p:sldId id="1372" r:id="rId7"/>
    <p:sldId id="1365" r:id="rId8"/>
    <p:sldId id="1366" r:id="rId9"/>
    <p:sldId id="1370" r:id="rId10"/>
    <p:sldId id="1373" r:id="rId11"/>
    <p:sldId id="1374" r:id="rId12"/>
    <p:sldId id="1378" r:id="rId13"/>
    <p:sldId id="1375" r:id="rId14"/>
    <p:sldId id="1361" r:id="rId15"/>
    <p:sldId id="1367" r:id="rId16"/>
    <p:sldId id="1376" r:id="rId17"/>
    <p:sldId id="1359" r:id="rId18"/>
    <p:sldId id="1363" r:id="rId19"/>
    <p:sldId id="1362" r:id="rId20"/>
    <p:sldId id="1364" r:id="rId21"/>
    <p:sldId id="1377" r:id="rId22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01.03.2026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01.03.2026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8778A3-6E07-8A3D-20E9-EC807F17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48CF7E-4829-84F1-F616-E5776BF0D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969D95A-BEDD-2F16-0B29-159786EE2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0" y="404664"/>
            <a:ext cx="9144000" cy="574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8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B27506-368B-057D-41AB-2F29342B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VS-Code im </a:t>
            </a:r>
            <a:r>
              <a:rPr lang="de-AT" dirty="0" err="1"/>
              <a:t>Config</a:t>
            </a:r>
            <a:r>
              <a:rPr lang="de-AT" dirty="0"/>
              <a:t>-Verzeichnis öffnen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8321F4-9456-0E98-D22B-EDC0F70BCA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Nicht ideal, weil KI gesamten Inhalt in </a:t>
            </a:r>
            <a:r>
              <a:rPr lang="de-AT" dirty="0" err="1"/>
              <a:t>Context</a:t>
            </a:r>
            <a:r>
              <a:rPr lang="de-AT" dirty="0"/>
              <a:t> liest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B3765E-E461-DF9A-6393-F7B9D3A04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988840"/>
            <a:ext cx="6382858" cy="486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2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67857A-8376-B3A2-FAB2-46FA98ED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Statt dessen Remote SSH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032498C-F877-966B-3C5A-D1F8F0686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20A8840-9230-F740-2CEF-5ECC001F6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126"/>
            <a:ext cx="9144000" cy="434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2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8977EE-6266-A0F1-7962-5E97D76A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– SSH-Terminal konfigurieren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6F2189-0376-F544-2E92-3F04D8277E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Im Terminal testen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052621E-2EED-1A1E-9BE9-FF31622C4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5" y="1609080"/>
            <a:ext cx="6768750" cy="49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52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4B435-9A09-3331-6A30-5E17247A1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VS-Code Remote-SSH konfigurieren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1875DE-FB26-5FE0-321E-D35D28C140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0" y="908720"/>
            <a:ext cx="8207375" cy="4608165"/>
          </a:xfrm>
        </p:spPr>
        <p:txBody>
          <a:bodyPr/>
          <a:lstStyle/>
          <a:p>
            <a:r>
              <a:rPr lang="de-AT" dirty="0"/>
              <a:t>Strg-Shift-p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A1CA12E-2C82-5D5A-9E71-A3E8A78C6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80" y="1372936"/>
            <a:ext cx="8473427" cy="132089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07851D5-DE13-EC13-4793-45BA9EDDD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27" y="2795587"/>
            <a:ext cx="8331946" cy="201622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7CFE469-75D7-E61A-4788-555874969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04" y="4913563"/>
            <a:ext cx="4561386" cy="194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92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1D5D6E-2856-5596-0FE1-00FAC4C1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VS Code – Über SSH mit HA verbinden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AC0FE0-328B-0878-A6ED-D79C353692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1E8C3F6-731B-0FB8-2015-3E7451165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7" y="981075"/>
            <a:ext cx="8586041" cy="143981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6BD1EB8-D632-61EE-2865-8621EF052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3" y="2851066"/>
            <a:ext cx="3816425" cy="158604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1141912-97F3-C4A0-71A2-C5A7C83D7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197" y="3068960"/>
            <a:ext cx="5463803" cy="367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18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0B7827-73DD-821D-2397-A17BC081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800" dirty="0"/>
              <a:t>Weitere Extension zur Codevervollständigung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C71694-17E0-8628-57D8-449B400E80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95F6F8A-56CE-1D6D-382D-944DB0646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84857"/>
            <a:ext cx="7632848" cy="428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1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0D44BD-3B32-333D-9BE9-4B199307E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Verbindung zu HA konfigurieren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8DD8A1-7889-7530-C1C5-9AEC9F9C67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400" dirty="0"/>
              <a:t>Strg-Shift-p</a:t>
            </a:r>
          </a:p>
          <a:p>
            <a:r>
              <a:rPr lang="de-AT" sz="2400" dirty="0"/>
              <a:t>Home Assistant: Manage Home Assistant Authentication</a:t>
            </a:r>
          </a:p>
          <a:p>
            <a:pPr lvl="1"/>
            <a:r>
              <a:rPr lang="de-AT" sz="2200" dirty="0"/>
              <a:t>HA-URL eintragen</a:t>
            </a:r>
          </a:p>
          <a:p>
            <a:pPr lvl="1"/>
            <a:r>
              <a:rPr lang="de-AT" sz="2200" dirty="0"/>
              <a:t>Lang-Lebigen Token erzeugen und eintragen</a:t>
            </a:r>
          </a:p>
          <a:p>
            <a:pPr lvl="1"/>
            <a:r>
              <a:rPr lang="de-AT" sz="2200" dirty="0"/>
              <a:t>Verbindung testen</a:t>
            </a:r>
          </a:p>
          <a:p>
            <a:endParaRPr lang="de-AT" sz="2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E7267E1-5A76-039B-808B-71F508B68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429000"/>
            <a:ext cx="8263372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78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04961F-C2FF-FF85-7D4F-A3C311FE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 kurzer Prompt …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000432-A8F9-6BDB-8099-AC458EBAF1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DA6F06-7DE7-B4A1-E6CC-8F034D6D5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975532"/>
            <a:ext cx="7322319" cy="588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45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9494C1-B574-5012-1F32-C66879BB1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… gute Basis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DB8FD9-F947-6D86-5674-5C1F32AFC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8795144-2641-78A9-E6CF-D2825EE7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12336"/>
            <a:ext cx="8194100" cy="33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731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D5F829-9063-AB6D-43ED-01374B7B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Automation erstellen lassen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4613A9-9552-62E0-A545-23A5B58DC9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Er hat über SSH auf alle Items von HA-Zugriff und sucht sich die Entity-IDs selbst</a:t>
            </a:r>
          </a:p>
          <a:p>
            <a:endParaRPr lang="de-AT" dirty="0"/>
          </a:p>
          <a:p>
            <a:r>
              <a:rPr lang="de-AT" dirty="0"/>
              <a:t>erstelle eine </a:t>
            </a:r>
            <a:r>
              <a:rPr lang="de-AT" dirty="0" err="1"/>
              <a:t>automation</a:t>
            </a:r>
            <a:r>
              <a:rPr lang="de-AT" dirty="0"/>
              <a:t>, die bei überschreiten der </a:t>
            </a:r>
            <a:r>
              <a:rPr lang="de-AT" dirty="0" err="1"/>
              <a:t>luftfeuchtigkeit</a:t>
            </a:r>
            <a:r>
              <a:rPr lang="de-AT" dirty="0"/>
              <a:t> von temp_hum_1 über 40% eine </a:t>
            </a:r>
            <a:r>
              <a:rPr lang="de-AT" dirty="0" err="1"/>
              <a:t>audio</a:t>
            </a:r>
            <a:r>
              <a:rPr lang="de-AT" dirty="0"/>
              <a:t> </a:t>
            </a:r>
            <a:r>
              <a:rPr lang="de-AT" dirty="0" err="1"/>
              <a:t>notification</a:t>
            </a:r>
            <a:r>
              <a:rPr lang="de-AT" dirty="0"/>
              <a:t> über den </a:t>
            </a:r>
            <a:r>
              <a:rPr lang="de-AT" dirty="0" err="1"/>
              <a:t>mediaplayer</a:t>
            </a:r>
            <a:r>
              <a:rPr lang="de-AT" dirty="0"/>
              <a:t> mit dem Text: Die </a:t>
            </a:r>
            <a:r>
              <a:rPr lang="de-AT" dirty="0" err="1"/>
              <a:t>luftfeuchtigkeit</a:t>
            </a:r>
            <a:r>
              <a:rPr lang="de-AT" dirty="0"/>
              <a:t> wurde überschritten und beträgt {Wert der Luftfeuchtigkeit}</a:t>
            </a:r>
          </a:p>
        </p:txBody>
      </p:sp>
    </p:spTree>
    <p:extLst>
      <p:ext uri="{BB962C8B-B14F-4D97-AF65-F5344CB8AC3E}">
        <p14:creationId xmlns:p14="http://schemas.microsoft.com/office/powerpoint/2010/main" val="3765208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88A79-0743-3C9F-BA9A-4DD690EE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D57E93-60FF-A5C1-007C-5F693BB45C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6C42D3D-D041-CB39-AC50-4CBD4C69C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6" y="332656"/>
            <a:ext cx="9144000" cy="588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3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7789ED-E031-EC77-D417-8087E028C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38BEE6-5CD2-5529-DBD4-8A314A8BC4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1286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AD7156-BFC2-1D0B-3EAE-4DF0ED9F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3009F8-8D22-1FE4-080D-50DAE15DA8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9F21078-08FE-C919-9A79-6E0C5F1B3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28" y="-121540"/>
            <a:ext cx="9912907" cy="650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16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9B7FC4-3980-7DEA-B834-AAF2E07C4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Auge auf die Tokens haben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12CC02-2A24-F11D-4588-B0B8A3E2D6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AF96BF9-EAE9-5BA7-44EE-EA0B9B050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87624"/>
            <a:ext cx="683895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09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F391EF-4C52-582E-D18E-E62C951D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12F1B6-6A99-871D-99CE-E90FFD0AB4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59899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2A0004-E64B-4AB8-7EDF-443D8CD7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VS-Code Extension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0E5499-0CE0-0DCE-B242-4F4B3844C3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1F26E0-1FE4-533B-D17F-A98760963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95595"/>
            <a:ext cx="8640960" cy="466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23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44B0F-CC2E-2D01-D4C5-3F3A2D48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 </a:t>
            </a:r>
            <a:r>
              <a:rPr lang="de-AT" dirty="0" err="1"/>
              <a:t>continue.dev</a:t>
            </a:r>
            <a:r>
              <a:rPr lang="de-AT" dirty="0"/>
              <a:t> User anlegen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C95DCE-DEC3-50D0-B918-2BD738596F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Google-User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5D0B4C5-EEC2-5067-95B4-D4A185276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2095500"/>
            <a:ext cx="649605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932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A6ADA1-54E2-2C89-FDEE-E6220009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6$ riskiert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5A817C-1325-DD5B-D7A4-A2F2C5BBE1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4DFF26F-4E4A-3BC2-FBBC-4CD378FD0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825" y="1340768"/>
            <a:ext cx="3643515" cy="513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94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B2BE7D-F756-35F0-4E69-D7BAAFB3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Sehen wir, wie weit wir kommen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E0FF4F-7FDA-8C94-83ED-B76498F914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B9BEEA8-8BE9-5E8E-148C-2F0F708C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2" y="1451112"/>
            <a:ext cx="8207376" cy="395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28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B6D03-BFD5-ED73-E83B-99EB7601E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933EFD-4091-7B86-35F5-BCFDAB0159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01834049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150</Words>
  <Application>Microsoft Office PowerPoint</Application>
  <PresentationFormat>Bildschirmpräsentation (4:3)</PresentationFormat>
  <Paragraphs>27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Arial</vt:lpstr>
      <vt:lpstr>Calibri</vt:lpstr>
      <vt:lpstr>Symbol</vt:lpstr>
      <vt:lpstr>Wingdings</vt:lpstr>
      <vt:lpstr>2_Larissa</vt:lpstr>
      <vt:lpstr>PowerPoint-Präsentation</vt:lpstr>
      <vt:lpstr>VS-Code im Config-Verzeichnis öffnen</vt:lpstr>
      <vt:lpstr>Statt dessen Remote SSH</vt:lpstr>
      <vt:lpstr>HA – SSH-Terminal konfigurieren</vt:lpstr>
      <vt:lpstr>VS-Code Remote-SSH konfigurieren</vt:lpstr>
      <vt:lpstr>VS Code – Über SSH mit HA verbinden</vt:lpstr>
      <vt:lpstr>Weitere Extension zur Codevervollständigung</vt:lpstr>
      <vt:lpstr>Verbindung zu HA konfigurieren</vt:lpstr>
      <vt:lpstr>Ein kurzer Prompt …</vt:lpstr>
      <vt:lpstr>… gute Basis</vt:lpstr>
      <vt:lpstr>Automation erstellen lassen</vt:lpstr>
      <vt:lpstr>PowerPoint-Präsentation</vt:lpstr>
      <vt:lpstr>PowerPoint-Präsentation</vt:lpstr>
      <vt:lpstr>PowerPoint-Präsentation</vt:lpstr>
      <vt:lpstr>Auge auf die Tokens haben</vt:lpstr>
      <vt:lpstr>PowerPoint-Präsentation</vt:lpstr>
      <vt:lpstr>VS-Code Extension</vt:lpstr>
      <vt:lpstr>In continue.dev User anlegen</vt:lpstr>
      <vt:lpstr>6$ riskiert</vt:lpstr>
      <vt:lpstr>Sehen wir, wie weit wir kommen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907</cp:revision>
  <dcterms:created xsi:type="dcterms:W3CDTF">2011-08-18T07:37:01Z</dcterms:created>
  <dcterms:modified xsi:type="dcterms:W3CDTF">2026-03-02T16:59:11Z</dcterms:modified>
</cp:coreProperties>
</file>