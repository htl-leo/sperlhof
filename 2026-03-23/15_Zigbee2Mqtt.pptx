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0"/>
  </p:notesMasterIdLst>
  <p:handoutMasterIdLst>
    <p:handoutMasterId r:id="rId21"/>
  </p:handoutMasterIdLst>
  <p:sldIdLst>
    <p:sldId id="1144" r:id="rId2"/>
    <p:sldId id="1366" r:id="rId3"/>
    <p:sldId id="1367" r:id="rId4"/>
    <p:sldId id="1369" r:id="rId5"/>
    <p:sldId id="1370" r:id="rId6"/>
    <p:sldId id="1371" r:id="rId7"/>
    <p:sldId id="1372" r:id="rId8"/>
    <p:sldId id="1373" r:id="rId9"/>
    <p:sldId id="1374" r:id="rId10"/>
    <p:sldId id="1375" r:id="rId11"/>
    <p:sldId id="1376" r:id="rId12"/>
    <p:sldId id="1368" r:id="rId13"/>
    <p:sldId id="1377" r:id="rId14"/>
    <p:sldId id="1378" r:id="rId15"/>
    <p:sldId id="1379" r:id="rId16"/>
    <p:sldId id="1380" r:id="rId17"/>
    <p:sldId id="1381" r:id="rId18"/>
    <p:sldId id="1382" r:id="rId19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by-id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/usb-Silicon_Labs_Sonoff_Zigbee_3.0_USB_Dongle_Plus_0001-if00-port0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6846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zigbee2mqtt/hassio-zigbee2mqtt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EE892-9EC3-6AC9-A7F5-F565468C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 Geräte in </a:t>
            </a:r>
            <a:r>
              <a:rPr lang="de-AT" dirty="0" err="1"/>
              <a:t>HomeAssistant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D9D9CB-60CF-AEBE-9965-F81E63438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ZigBee Home Automation</a:t>
            </a:r>
          </a:p>
          <a:p>
            <a:pPr lvl="1"/>
            <a:r>
              <a:rPr lang="de-AT" sz="2000" dirty="0"/>
              <a:t>Direkt integriert </a:t>
            </a:r>
            <a:r>
              <a:rPr lang="de-AT" sz="2000" dirty="0">
                <a:sym typeface="Wingdings" panose="05000000000000000000" pitchFamily="2" charset="2"/>
              </a:rPr>
              <a:t> einfacher</a:t>
            </a:r>
            <a:endParaRPr lang="de-AT" sz="2000" dirty="0"/>
          </a:p>
          <a:p>
            <a:pPr lvl="1"/>
            <a:r>
              <a:rPr lang="de-AT" sz="2000" dirty="0"/>
              <a:t>Nicht optimal anpassbar</a:t>
            </a:r>
          </a:p>
          <a:p>
            <a:pPr lvl="1"/>
            <a:r>
              <a:rPr lang="de-AT" sz="2000" dirty="0"/>
              <a:t>Nicht alle Geräte werden unterstützt</a:t>
            </a:r>
          </a:p>
          <a:p>
            <a:r>
              <a:rPr lang="de-AT" sz="2400" dirty="0"/>
              <a:t>Zigbee2Mqtt</a:t>
            </a:r>
          </a:p>
          <a:p>
            <a:pPr lvl="1"/>
            <a:r>
              <a:rPr lang="de-AT" sz="2000" dirty="0"/>
              <a:t>Etwas mehr Konfigurationsaufwand</a:t>
            </a:r>
          </a:p>
          <a:p>
            <a:pPr lvl="1"/>
            <a:r>
              <a:rPr lang="de-AT" sz="2000" dirty="0"/>
              <a:t>Beste Geräteunterstützung</a:t>
            </a:r>
          </a:p>
          <a:p>
            <a:pPr lvl="1"/>
            <a:r>
              <a:rPr lang="de-AT" sz="2000" dirty="0"/>
              <a:t>Gute Dokumentation</a:t>
            </a:r>
          </a:p>
          <a:p>
            <a:pPr lvl="1"/>
            <a:r>
              <a:rPr lang="de-AT" sz="2000" dirty="0"/>
              <a:t>Mittlerweile Standard</a:t>
            </a:r>
          </a:p>
          <a:p>
            <a:pPr lvl="1"/>
            <a:endParaRPr lang="de-AT" sz="2000" dirty="0"/>
          </a:p>
          <a:p>
            <a:pPr lvl="1"/>
            <a:endParaRPr lang="de-AT" sz="2000" dirty="0"/>
          </a:p>
          <a:p>
            <a:pPr lvl="1"/>
            <a:endParaRPr lang="de-AT" sz="2000" dirty="0"/>
          </a:p>
          <a:p>
            <a:pPr lvl="1"/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51146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D9F6B-929A-B97B-9A9B-1E172E6B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Zigbee-Coordinator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CDB152-AAD6-C6B2-5A61-03B176004A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Beispiel: </a:t>
            </a:r>
            <a:r>
              <a:rPr lang="de-AT" dirty="0" err="1"/>
              <a:t>Sonoff</a:t>
            </a:r>
            <a:r>
              <a:rPr lang="de-AT" dirty="0"/>
              <a:t> Stick Model P</a:t>
            </a:r>
          </a:p>
          <a:p>
            <a:r>
              <a:rPr lang="de-AT" dirty="0"/>
              <a:t>USB am </a:t>
            </a:r>
            <a:r>
              <a:rPr lang="de-AT" dirty="0" err="1"/>
              <a:t>Proxmox</a:t>
            </a:r>
            <a:r>
              <a:rPr lang="de-AT" dirty="0"/>
              <a:t> Server</a:t>
            </a:r>
          </a:p>
          <a:p>
            <a:pPr lvl="1"/>
            <a:r>
              <a:rPr lang="de-AT" dirty="0"/>
              <a:t>USB-Verlängerung reduziert Störungen</a:t>
            </a:r>
          </a:p>
        </p:txBody>
      </p:sp>
    </p:spTree>
    <p:extLst>
      <p:ext uri="{BB962C8B-B14F-4D97-AF65-F5344CB8AC3E}">
        <p14:creationId xmlns:p14="http://schemas.microsoft.com/office/powerpoint/2010/main" val="316851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0185F-BDEF-14B8-AF47-DFEEF779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USB-Device zu VM </a:t>
            </a:r>
            <a:r>
              <a:rPr lang="de-AT" dirty="0" err="1"/>
              <a:t>adden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D4B6D-90D2-4ECE-1B4F-92F41DFC5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01F42F24-7D3F-90B7-EFB3-889E396C2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228725"/>
            <a:ext cx="58293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5D1DC5-C428-60E7-A61A-5E7F9C72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Device durchreichen – nicht Port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B45378-52B3-91E2-B072-C07FCAF80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Device kann an anderem Port gesteckt werden</a:t>
            </a:r>
          </a:p>
        </p:txBody>
      </p:sp>
      <p:pic>
        <p:nvPicPr>
          <p:cNvPr id="5" name="Grafik 4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026CDE08-9686-F01F-C15C-A5FDFE38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42" y="2276872"/>
            <a:ext cx="7645715" cy="3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1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EC8BDA-40FF-7676-6A1C-5065B85E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HA-VM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629404-6C06-D147-0F5F-155FA9EBB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Gerät wurde gefunden</a:t>
            </a:r>
          </a:p>
          <a:p>
            <a:r>
              <a:rPr lang="de-AT" dirty="0"/>
              <a:t>Wir wollen aber nicht ZHA sondern Zigbee2Mqtt</a:t>
            </a:r>
          </a:p>
          <a:p>
            <a:pPr lvl="1"/>
            <a:r>
              <a:rPr lang="de-AT" dirty="0"/>
              <a:t>Nicht hinzufügen</a:t>
            </a:r>
          </a:p>
        </p:txBody>
      </p:sp>
      <p:pic>
        <p:nvPicPr>
          <p:cNvPr id="5" name="Grafik 4" descr="Ein Bild, das Text, Screenshot, Schrift, Visitenkarte enthält.&#10;&#10;KI-generierte Inhalte können fehlerhaft sein.">
            <a:extLst>
              <a:ext uri="{FF2B5EF4-FFF2-40B4-BE49-F238E27FC236}">
                <a16:creationId xmlns:a16="http://schemas.microsoft.com/office/drawing/2014/main" id="{DB44E6A5-FF6A-6E27-E047-399C94CB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996952"/>
            <a:ext cx="7092408" cy="302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7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B0E60-AD26-5916-93A0-8CBF92C2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Wir brauchen die ID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CDEBFE-BCF4-4671-6D12-63002D4A90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Einstellungen – System - Hardware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5874430A-1280-1314-9260-D6BB7224C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818468"/>
            <a:ext cx="5040560" cy="50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1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1E6F5-FCF1-B301-CACB-70FFED0E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A092A-26DA-559A-AE4B-211DA3A42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Ist noch immer nicht im App-Store</a:t>
            </a:r>
          </a:p>
          <a:p>
            <a:pPr lvl="1"/>
            <a:r>
              <a:rPr lang="de-AT" dirty="0">
                <a:hlinkClick r:id="rId2"/>
              </a:rPr>
              <a:t>https://github.com/zigbee2mqtt/hassio-zigbee2mqtt</a:t>
            </a:r>
            <a:r>
              <a:rPr lang="de-AT" dirty="0"/>
              <a:t> </a:t>
            </a:r>
          </a:p>
        </p:txBody>
      </p:sp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71443DA1-FBF1-3E45-DCB0-7B4475EE7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929985"/>
            <a:ext cx="4636939" cy="392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DAADA-4731-1643-88E2-BCD604EF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App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B6A7DD-C494-FD2D-E19F-86B4515A50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43D7475F-B581-710A-C4D0-358C2361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69" y="1244820"/>
            <a:ext cx="8450662" cy="345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4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CF66A-9512-A268-92CE-4D90623C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 - </a:t>
            </a:r>
            <a:r>
              <a:rPr lang="de-AT" dirty="0" err="1"/>
              <a:t>Mqtt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0FDD9A-303B-7244-2F89-50423E7D69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 descr="Ein Bild, das Text, Screenshot, Quittung, Zahl enthält.&#10;&#10;KI-generierte Inhalte können fehlerhaft sein.">
            <a:extLst>
              <a:ext uri="{FF2B5EF4-FFF2-40B4-BE49-F238E27FC236}">
                <a16:creationId xmlns:a16="http://schemas.microsoft.com/office/drawing/2014/main" id="{2EC3464A-458F-CA79-DE1D-548867F9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43363"/>
            <a:ext cx="7632848" cy="414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7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3BA7D-8E0E-2044-4841-19591C8D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Port eintragen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85A54A-6DA2-160F-DD47-274E74AE9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3B034F77-D666-677B-04AD-4A6A2438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1660955"/>
            <a:ext cx="8784974" cy="353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DA8E6-0A92-A363-9592-E736528F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Starten </a:t>
            </a:r>
            <a:r>
              <a:rPr lang="de-AT" dirty="0">
                <a:sym typeface="Wingdings" panose="05000000000000000000" pitchFamily="2" charset="2"/>
              </a:rPr>
              <a:t> Protokoll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E8A93D-6FBD-1DBC-EEDE-013B5DC90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583761C-7C94-0505-6BC2-B0DAC14B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68413"/>
            <a:ext cx="6175906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26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50A69-8A64-12CD-431C-DDD4ED7D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Seitenleiste </a:t>
            </a:r>
            <a:r>
              <a:rPr lang="de-AT" dirty="0">
                <a:sym typeface="Wingdings" panose="05000000000000000000" pitchFamily="2" charset="2"/>
              </a:rPr>
              <a:t> Onboarding  </a:t>
            </a:r>
            <a:r>
              <a:rPr lang="de-AT" dirty="0" err="1">
                <a:sym typeface="Wingdings" panose="05000000000000000000" pitchFamily="2" charset="2"/>
              </a:rPr>
              <a:t>Submit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21BDFE-916B-D2D6-47FA-732ABE2B2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BAB4386-EAD8-9132-4216-3CE176E82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62906"/>
            <a:ext cx="7920880" cy="49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5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F3A68A-1E8E-71FB-2025-6D3ACDA4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Mqtt</a:t>
            </a:r>
            <a:r>
              <a:rPr lang="de-AT" dirty="0"/>
              <a:t>-Verbindung steht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F2C61B-8D4F-8EA3-8374-0B5C6EA0E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73DFFEE5-3FA8-36FB-1DC1-3C09C9BF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16" y="1412776"/>
            <a:ext cx="8274235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55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EB682-C0D7-0BC6-3929-39DB7B15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Zigbee2Mqtt-Oberfläche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AA6E20-BEDF-E35E-9103-30D6677E65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Software, Text, Computersymbol, Screenshot enthält.&#10;&#10;KI-generierte Inhalte können fehlerhaft sein.">
            <a:extLst>
              <a:ext uri="{FF2B5EF4-FFF2-40B4-BE49-F238E27FC236}">
                <a16:creationId xmlns:a16="http://schemas.microsoft.com/office/drawing/2014/main" id="{D6E3D2AB-7118-E797-9583-F8DB7AE8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6" y="1124917"/>
            <a:ext cx="7930473" cy="460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83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C9B12-5902-3FB3-51C8-F36A464B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anlernen </a:t>
            </a:r>
            <a:r>
              <a:rPr lang="de-AT" dirty="0">
                <a:sym typeface="Wingdings" panose="05000000000000000000" pitchFamily="2" charset="2"/>
              </a:rPr>
              <a:t> Logs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10165A-3E1C-F677-3735-A290EE2E4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78C15B7F-63A2-7E4D-0A66-2926DDDC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29385"/>
            <a:ext cx="7920880" cy="419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91B0B-28C0-D2C2-EE35-86E32F6E9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erkannt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B2D5EE-764C-EF79-A1F1-EB77E9747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124744"/>
            <a:ext cx="8207375" cy="4608165"/>
          </a:xfrm>
        </p:spPr>
        <p:txBody>
          <a:bodyPr/>
          <a:lstStyle/>
          <a:p>
            <a:r>
              <a:rPr lang="de-AT" dirty="0"/>
              <a:t>Wichtig: Konsistente Namensgebung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57245CA-0225-242F-509B-992A9012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0848"/>
            <a:ext cx="624840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01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BF52F-69BE-02AA-2815-25184D41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umbenennen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2AD7C-6EE8-D741-23EA-A32BC1CD87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5C27682A-2E9E-1736-65F5-FBCBF340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64735"/>
            <a:ext cx="6192688" cy="352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14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BF66D-C48D-0063-F427-5832474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Gerät ist in </a:t>
            </a:r>
            <a:r>
              <a:rPr lang="de-AT" dirty="0"/>
              <a:t>HA steuerbar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2EF854-9706-BBDF-AD48-56CFE610E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6886A42B-CB90-ED98-EC2F-4D4831ACE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16" y="1284437"/>
            <a:ext cx="6496968" cy="49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29470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159</Words>
  <Application>Microsoft Office PowerPoint</Application>
  <PresentationFormat>Bildschirmpräsentation (4:3)</PresentationFormat>
  <Paragraphs>42</Paragraphs>
  <Slides>18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Wingdings</vt:lpstr>
      <vt:lpstr>2_Larissa</vt:lpstr>
      <vt:lpstr>ZigBee Geräte in HomeAssistant</vt:lpstr>
      <vt:lpstr>Zigbee-Coordinator</vt:lpstr>
      <vt:lpstr>USB-Device zu VM adden</vt:lpstr>
      <vt:lpstr>Device durchreichen – nicht Port</vt:lpstr>
      <vt:lpstr>HA-VM starten</vt:lpstr>
      <vt:lpstr>Wir brauchen die ID</vt:lpstr>
      <vt:lpstr>Zigbee2Mqtt installieren</vt:lpstr>
      <vt:lpstr>App installieren</vt:lpstr>
      <vt:lpstr>Konfiguration - Mqtt</vt:lpstr>
      <vt:lpstr>Port eintragen</vt:lpstr>
      <vt:lpstr>Starten  Protokoll</vt:lpstr>
      <vt:lpstr>Seitenleiste  Onboarding  Submit</vt:lpstr>
      <vt:lpstr>Mqtt-Verbindung steht</vt:lpstr>
      <vt:lpstr>Zigbee2Mqtt-Oberfläche </vt:lpstr>
      <vt:lpstr>Gerät anlernen  Logs</vt:lpstr>
      <vt:lpstr>Gerät erkannt</vt:lpstr>
      <vt:lpstr>Gerät umbenennen</vt:lpstr>
      <vt:lpstr>Gerät ist in HA steuerbar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908</cp:revision>
  <dcterms:created xsi:type="dcterms:W3CDTF">2011-08-18T07:37:01Z</dcterms:created>
  <dcterms:modified xsi:type="dcterms:W3CDTF">2026-03-12T11:13:35Z</dcterms:modified>
</cp:coreProperties>
</file>