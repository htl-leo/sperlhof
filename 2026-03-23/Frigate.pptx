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3"/>
  </p:notesMasterIdLst>
  <p:handoutMasterIdLst>
    <p:handoutMasterId r:id="rId14"/>
  </p:handoutMasterIdLst>
  <p:sldIdLst>
    <p:sldId id="1383" r:id="rId2"/>
    <p:sldId id="1392" r:id="rId3"/>
    <p:sldId id="1393" r:id="rId4"/>
    <p:sldId id="1389" r:id="rId5"/>
    <p:sldId id="1390" r:id="rId6"/>
    <p:sldId id="1391" r:id="rId7"/>
    <p:sldId id="1384" r:id="rId8"/>
    <p:sldId id="1385" r:id="rId9"/>
    <p:sldId id="1387" r:id="rId10"/>
    <p:sldId id="1388" r:id="rId11"/>
    <p:sldId id="1386" r:id="rId12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28.02.2026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28.02.2026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 soll eine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auf mein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notify.mobile_app_geralds_handy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geschickt werden, wenn irgendein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gesicht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erkannt wurde. sollte es schon in der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datenbank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sein, gib den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mit aus. sonst gib aus, dass es ein unbekanntes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gesicht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ist. meine ha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instanz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heißt https://hmoha.koecks.net/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81000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2A37B4-E53E-4D6C-E28B-BFED2685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B5C539-53BD-76FB-1C3F-2BA62E3F75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9338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89EE9-DF7C-4889-18F3-60FF7262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Zone schlecht eingestellt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56D01E-09ED-5BD9-2ED1-FD79DB1FE0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15DB03-B611-7331-6670-73148E10D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208"/>
            <a:ext cx="9144000" cy="452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37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71EFAC-00B0-C5F9-22E9-F6D61537A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C8E75F-F713-7F79-8590-82ACBC40D1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682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734208-F7FF-8C00-B1CA-24B47621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Frigate</a:t>
            </a:r>
            <a:r>
              <a:rPr lang="de-AT" dirty="0"/>
              <a:t> - Debugging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EFD290-F718-2360-D458-337E24CD2B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Nachverfolgungsbereich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967DC73-785F-4241-9AB3-EC79224F0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" y="1916832"/>
            <a:ext cx="9144000" cy="456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373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B2FB5-1C80-B953-9C28-92AEBAC1B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Snapshot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7D18425-2AB2-61F2-F1EF-B36EF1CAED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36512" y="1268760"/>
            <a:ext cx="8207375" cy="4608165"/>
          </a:xfrm>
        </p:spPr>
        <p:txBody>
          <a:bodyPr/>
          <a:lstStyle/>
          <a:p>
            <a:r>
              <a:rPr lang="de-AT" dirty="0"/>
              <a:t>Person erkannt zu mehr als 80%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2D7AFD3-FA83-3554-00B1-0DD58442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039" y="2060848"/>
            <a:ext cx="9144000" cy="325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92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D49AB7-1815-0BC2-309F-ED51C806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F849166-59A6-F213-5A0B-D9BA755004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93002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240AD-A265-4CEC-1FCE-62EEE4F3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6B45FA-7190-E10C-80C4-306DF9BED0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337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7BE026-796D-4870-1C53-30EB3EBF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Gesichtserkennung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3EA59-5124-FECC-7AC3-52F878754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7504" y="1124744"/>
            <a:ext cx="8207375" cy="4608165"/>
          </a:xfrm>
        </p:spPr>
        <p:txBody>
          <a:bodyPr/>
          <a:lstStyle/>
          <a:p>
            <a:r>
              <a:rPr lang="de-AT" dirty="0"/>
              <a:t>N100-Mini-PC erlaubt kleines Modell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67F6409-0CF8-8F7D-FAE7-C770EE2A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6" y="1916832"/>
            <a:ext cx="9144000" cy="398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7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CA703-2A57-30A4-A84C-4229123A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Gesichtserkennung trainieren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758D3F5-5CE1-93AC-1BE6-6C5D442D91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004B2FA-013A-D8AC-B8F1-ED60C1D08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1452562"/>
            <a:ext cx="58102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71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B97B1-5B07-FC11-8239-78B5CA70B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Notification</a:t>
            </a:r>
            <a:r>
              <a:rPr lang="de-AT" dirty="0"/>
              <a:t>, wenn Gesicht erkannt wurde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945835-7520-829E-C4B7-A6C75F141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8207375" cy="4608165"/>
          </a:xfrm>
        </p:spPr>
        <p:txBody>
          <a:bodyPr/>
          <a:lstStyle/>
          <a:p>
            <a:r>
              <a:rPr lang="de-AT" dirty="0" err="1"/>
              <a:t>Mqtt</a:t>
            </a:r>
            <a:r>
              <a:rPr lang="de-AT" dirty="0"/>
              <a:t>-Events für </a:t>
            </a:r>
            <a:r>
              <a:rPr lang="de-AT" dirty="0" err="1"/>
              <a:t>Frigate</a:t>
            </a:r>
            <a:r>
              <a:rPr lang="de-AT" dirty="0"/>
              <a:t> müssen aktiv sein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99F8F63-1AE3-8D64-2D4F-3590CA903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916832"/>
            <a:ext cx="701992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39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C4B13-A510-84B0-3CD9-00AB9C817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FE2D93-1B33-3E6B-986F-D1A5639E13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9325369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</Words>
  <Application>Microsoft Office PowerPoint</Application>
  <PresentationFormat>Bildschirmpräsentation (4:3)</PresentationFormat>
  <Paragraphs>12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Arial</vt:lpstr>
      <vt:lpstr>Calibri</vt:lpstr>
      <vt:lpstr>Symbol</vt:lpstr>
      <vt:lpstr>Wingdings</vt:lpstr>
      <vt:lpstr>2_Larissa</vt:lpstr>
      <vt:lpstr>PowerPoint-Präsentation</vt:lpstr>
      <vt:lpstr>Zone schlecht eingestellt</vt:lpstr>
      <vt:lpstr>PowerPoint-Präsentation</vt:lpstr>
      <vt:lpstr>Frigate - Debugging</vt:lpstr>
      <vt:lpstr>Snapshot</vt:lpstr>
      <vt:lpstr>PowerPoint-Präsentation</vt:lpstr>
      <vt:lpstr>PowerPoint-Präsentation</vt:lpstr>
      <vt:lpstr>Gesichtserkennung</vt:lpstr>
      <vt:lpstr>Gesichtserkennung trainieren</vt:lpstr>
      <vt:lpstr>Notification, wenn Gesicht erkannt wurde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909</cp:revision>
  <dcterms:created xsi:type="dcterms:W3CDTF">2011-08-18T07:37:01Z</dcterms:created>
  <dcterms:modified xsi:type="dcterms:W3CDTF">2026-02-28T17:24:17Z</dcterms:modified>
</cp:coreProperties>
</file>