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11"/>
  </p:notesMasterIdLst>
  <p:handoutMasterIdLst>
    <p:handoutMasterId r:id="rId12"/>
  </p:handoutMasterIdLst>
  <p:sldIdLst>
    <p:sldId id="1435" r:id="rId2"/>
    <p:sldId id="1436" r:id="rId3"/>
    <p:sldId id="1437" r:id="rId4"/>
    <p:sldId id="1438" r:id="rId5"/>
    <p:sldId id="1439" r:id="rId6"/>
    <p:sldId id="1440" r:id="rId7"/>
    <p:sldId id="1441" r:id="rId8"/>
    <p:sldId id="1443" r:id="rId9"/>
    <p:sldId id="1442" r:id="rId10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9739" autoAdjust="0"/>
  </p:normalViewPr>
  <p:slideViewPr>
    <p:cSldViewPr>
      <p:cViewPr varScale="1">
        <p:scale>
          <a:sx n="84" d="100"/>
          <a:sy n="84" d="100"/>
        </p:scale>
        <p:origin x="229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10.03.2026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10.03.2026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# 1. Neue virtuelle Umgebung erstellen</a:t>
            </a:r>
          </a:p>
          <a:p>
            <a:r>
              <a:rPr lang="de-AT" dirty="0" err="1"/>
              <a:t>py</a:t>
            </a:r>
            <a:r>
              <a:rPr lang="de-AT" dirty="0"/>
              <a:t> -3.13 -m </a:t>
            </a:r>
            <a:r>
              <a:rPr lang="de-AT" dirty="0" err="1"/>
              <a:t>venv</a:t>
            </a:r>
            <a:r>
              <a:rPr lang="de-AT" dirty="0"/>
              <a:t> </a:t>
            </a:r>
            <a:r>
              <a:rPr lang="de-AT" dirty="0" err="1"/>
              <a:t>esphome-venv</a:t>
            </a:r>
            <a:endParaRPr lang="de-AT" dirty="0"/>
          </a:p>
          <a:p>
            <a:endParaRPr lang="de-AT" dirty="0"/>
          </a:p>
          <a:p>
            <a:r>
              <a:rPr lang="de-AT" dirty="0"/>
              <a:t># 2. Aktivieren</a:t>
            </a:r>
          </a:p>
          <a:p>
            <a:r>
              <a:rPr lang="de-AT" dirty="0"/>
              <a:t>.\</a:t>
            </a:r>
            <a:r>
              <a:rPr lang="de-AT" dirty="0" err="1"/>
              <a:t>esphome-venv</a:t>
            </a:r>
            <a:r>
              <a:rPr lang="de-AT" dirty="0"/>
              <a:t>\Scripts\Activate.ps1</a:t>
            </a:r>
          </a:p>
          <a:p>
            <a:endParaRPr lang="de-AT" dirty="0"/>
          </a:p>
          <a:p>
            <a:r>
              <a:rPr lang="de-AT" dirty="0"/>
              <a:t># 3. </a:t>
            </a:r>
            <a:r>
              <a:rPr lang="de-AT" dirty="0" err="1"/>
              <a:t>ESPHome</a:t>
            </a:r>
            <a:r>
              <a:rPr lang="de-AT" dirty="0"/>
              <a:t> frisch installieren</a:t>
            </a:r>
          </a:p>
          <a:p>
            <a:r>
              <a:rPr lang="de-AT" dirty="0" err="1"/>
              <a:t>pip</a:t>
            </a:r>
            <a:r>
              <a:rPr lang="de-AT" dirty="0"/>
              <a:t> </a:t>
            </a:r>
            <a:r>
              <a:rPr lang="de-AT" dirty="0" err="1"/>
              <a:t>install</a:t>
            </a:r>
            <a:r>
              <a:rPr lang="de-AT" dirty="0"/>
              <a:t> </a:t>
            </a:r>
            <a:r>
              <a:rPr lang="de-AT" dirty="0" err="1"/>
              <a:t>esphome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06510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61715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.\</a:t>
            </a:r>
            <a:r>
              <a:rPr lang="en-US" dirty="0" err="1"/>
              <a:t>esphome-venv</a:t>
            </a:r>
            <a:r>
              <a:rPr lang="en-US" dirty="0"/>
              <a:t>\Scripts\activate</a:t>
            </a:r>
            <a:endParaRPr lang="de-AT" dirty="0"/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30426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python.org/downloads/release/python-31312/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5B8597-C1BE-24FD-08B9-AAB49D7DC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EspHome</a:t>
            </a:r>
            <a:r>
              <a:rPr lang="de-AT" dirty="0"/>
              <a:t> in virtueller Umgebung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A77FC7-0A27-C60D-B772-B89ED81460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Ziele des virtuellen Environments</a:t>
            </a:r>
          </a:p>
          <a:p>
            <a:pPr lvl="1"/>
            <a:r>
              <a:rPr lang="de-AT" dirty="0" err="1"/>
              <a:t>EspHome</a:t>
            </a:r>
            <a:r>
              <a:rPr lang="de-AT" dirty="0"/>
              <a:t> unabhängig von Python- und Pip-Versionen verwenden</a:t>
            </a:r>
          </a:p>
          <a:p>
            <a:pPr lvl="1"/>
            <a:r>
              <a:rPr lang="de-AT" dirty="0"/>
              <a:t>Wildwuchs in Griff bekommen</a:t>
            </a:r>
          </a:p>
          <a:p>
            <a:pPr lvl="1"/>
            <a:r>
              <a:rPr lang="de-AT" dirty="0"/>
              <a:t>Aktuelle </a:t>
            </a:r>
            <a:r>
              <a:rPr lang="de-AT" dirty="0" err="1"/>
              <a:t>EspHome</a:t>
            </a:r>
            <a:r>
              <a:rPr lang="de-AT" dirty="0"/>
              <a:t>-Versionen lassen sich nicht mehr updaten</a:t>
            </a:r>
          </a:p>
          <a:p>
            <a:pPr lvl="1"/>
            <a:endParaRPr lang="de-AT" dirty="0"/>
          </a:p>
          <a:p>
            <a:r>
              <a:rPr lang="de-AT" dirty="0"/>
              <a:t>Aufwand ist überschaubar</a:t>
            </a:r>
          </a:p>
          <a:p>
            <a:pPr lvl="1"/>
            <a:r>
              <a:rPr lang="de-AT" dirty="0"/>
              <a:t>Installation eines Aktivierungsskripts</a:t>
            </a:r>
          </a:p>
          <a:p>
            <a:pPr lvl="1"/>
            <a:r>
              <a:rPr lang="de-AT" dirty="0"/>
              <a:t>Aufruf des Skripts zum Aktivieren</a:t>
            </a:r>
          </a:p>
        </p:txBody>
      </p:sp>
    </p:spTree>
    <p:extLst>
      <p:ext uri="{BB962C8B-B14F-4D97-AF65-F5344CB8AC3E}">
        <p14:creationId xmlns:p14="http://schemas.microsoft.com/office/powerpoint/2010/main" val="3012739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D9AE24-C6BC-09D0-9AC0-5A7FB687E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Vorarbeiten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EBCD95-8B4E-DC62-1CDC-FE6C5F05FC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5536" y="980728"/>
            <a:ext cx="8207375" cy="4608165"/>
          </a:xfrm>
        </p:spPr>
        <p:txBody>
          <a:bodyPr/>
          <a:lstStyle/>
          <a:p>
            <a:r>
              <a:rPr lang="de-AT" sz="2400" dirty="0"/>
              <a:t>Alle derzeit installierten Python-Versionen deinstallieren</a:t>
            </a:r>
          </a:p>
          <a:p>
            <a:r>
              <a:rPr lang="de-AT" sz="2400" dirty="0"/>
              <a:t>Aktuell stabile (nicht letzte) Version installieren</a:t>
            </a:r>
          </a:p>
          <a:p>
            <a:pPr lvl="1"/>
            <a:r>
              <a:rPr lang="de-AT" sz="2000" dirty="0">
                <a:hlinkClick r:id="rId2"/>
              </a:rPr>
              <a:t>https://www.python.org/downloads/release/python-31312/</a:t>
            </a:r>
            <a:r>
              <a:rPr lang="de-AT" sz="2000" dirty="0"/>
              <a:t> </a:t>
            </a:r>
          </a:p>
          <a:p>
            <a:r>
              <a:rPr lang="de-AT" sz="2200" dirty="0"/>
              <a:t>Pfade setzen lassen</a:t>
            </a:r>
          </a:p>
          <a:p>
            <a:endParaRPr lang="de-AT" sz="24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8BAC174-ED49-9BE9-C1BC-107B5DB63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2852935"/>
            <a:ext cx="6045864" cy="387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325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47780E-902B-09D0-6BFC-11417CF3E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Version von Python prüfen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EB481E-E774-A4F1-B78E-48C9629A68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A0B1FCF-37A3-4ADE-2446-5901F2899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492896"/>
            <a:ext cx="6770427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477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B6209A-A6EF-CD39-E8D3-DAD2AF351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Virtuelles Environment für </a:t>
            </a:r>
            <a:r>
              <a:rPr lang="de-AT" dirty="0" err="1"/>
              <a:t>EspHome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3F5085-E1AD-1885-55AE-C60D906CA6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Ausgangsverzeichnis </a:t>
            </a:r>
            <a:r>
              <a:rPr lang="de-AT" dirty="0" err="1"/>
              <a:t>EspHome</a:t>
            </a:r>
            <a:r>
              <a:rPr lang="de-AT" dirty="0"/>
              <a:t>-Ordner</a:t>
            </a:r>
          </a:p>
          <a:p>
            <a:r>
              <a:rPr lang="de-AT" dirty="0"/>
              <a:t>Terminal als Admin im Verzeichnis öffnen</a:t>
            </a:r>
          </a:p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6DE995E-84C9-4063-D25D-06435DE45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317" y="2542778"/>
            <a:ext cx="6994558" cy="362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296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E79B95-4159-76BB-22EA-ACC2BD15F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EspHome</a:t>
            </a:r>
            <a:r>
              <a:rPr lang="de-AT" dirty="0"/>
              <a:t> 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CA5D39-7140-F670-E9C8-26682E59BA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4A42168-15E5-A512-4008-CB19EF11B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" y="1628775"/>
            <a:ext cx="843915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871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940793-7AB7-10F6-3173-EA30B0671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Ergebnis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B8852E-6084-6F26-3C17-D19E0EBFAE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1794A34-E3C9-F96B-D0E9-6FFCAE18F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88840"/>
            <a:ext cx="77247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57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E9CA40-1BED-287B-A713-8E95A05EC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2800" dirty="0"/>
              <a:t>Virtuelle Umgebung aktivieren/deaktivieren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9B1821-5CC2-4A90-08B9-CE972C2A08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Im </a:t>
            </a:r>
            <a:r>
              <a:rPr lang="de-AT" dirty="0" err="1"/>
              <a:t>EspHome</a:t>
            </a:r>
            <a:r>
              <a:rPr lang="de-AT" dirty="0"/>
              <a:t>-Verzeichnis</a:t>
            </a:r>
          </a:p>
          <a:p>
            <a:r>
              <a:rPr lang="de-AT" dirty="0"/>
              <a:t>Aktivieren</a:t>
            </a:r>
          </a:p>
          <a:p>
            <a:pPr lvl="1"/>
            <a:r>
              <a:rPr lang="en-US" dirty="0"/>
              <a:t>Ordner: D:\work\HomeAssistant\esphome&gt; </a:t>
            </a:r>
          </a:p>
          <a:p>
            <a:pPr lvl="1"/>
            <a:r>
              <a:rPr lang="en-US" dirty="0"/>
              <a:t>.\</a:t>
            </a:r>
            <a:r>
              <a:rPr lang="en-US" dirty="0" err="1"/>
              <a:t>esphome-venv</a:t>
            </a:r>
            <a:r>
              <a:rPr lang="en-US" dirty="0"/>
              <a:t>\Scripts\activate</a:t>
            </a:r>
            <a:endParaRPr lang="de-AT" dirty="0"/>
          </a:p>
          <a:p>
            <a:r>
              <a:rPr lang="de-AT" dirty="0"/>
              <a:t>Deaktivieren</a:t>
            </a:r>
          </a:p>
          <a:p>
            <a:pPr lvl="1"/>
            <a:r>
              <a:rPr lang="en-US" dirty="0"/>
              <a:t>PS D:\work\HomeAssistant\esphome&gt; .\</a:t>
            </a:r>
            <a:r>
              <a:rPr lang="en-US" dirty="0" err="1"/>
              <a:t>esphome-venv</a:t>
            </a:r>
            <a:r>
              <a:rPr lang="en-US" dirty="0"/>
              <a:t>\Scripts\deactivate.bat</a:t>
            </a:r>
          </a:p>
          <a:p>
            <a:pPr lvl="1"/>
            <a:r>
              <a:rPr lang="en-US" dirty="0"/>
              <a:t>Oder Fenster </a:t>
            </a:r>
            <a:r>
              <a:rPr lang="en-US" dirty="0" err="1"/>
              <a:t>schließen</a:t>
            </a:r>
            <a:r>
              <a:rPr lang="en-US" dirty="0"/>
              <a:t> 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18289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5EA7E1-22FA-62CB-8004-EBACBA006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Falls es Probleme gibt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0908A9-4B5E-1AB7-BC19-D520F450C6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Platform.IO Verzeichnis löschen</a:t>
            </a:r>
          </a:p>
          <a:p>
            <a:pPr lvl="1"/>
            <a:r>
              <a:rPr lang="de-AT" dirty="0"/>
              <a:t>.</a:t>
            </a:r>
            <a:r>
              <a:rPr lang="de-AT" dirty="0" err="1"/>
              <a:t>pio</a:t>
            </a:r>
            <a:r>
              <a:rPr lang="de-AT" dirty="0"/>
              <a:t> im Benutzerverzeichnis</a:t>
            </a:r>
          </a:p>
          <a:p>
            <a:r>
              <a:rPr lang="de-AT" dirty="0" err="1"/>
              <a:t>EspHome</a:t>
            </a:r>
            <a:r>
              <a:rPr lang="de-AT" dirty="0"/>
              <a:t>-Cache löschen</a:t>
            </a:r>
          </a:p>
          <a:p>
            <a:pPr lvl="1"/>
            <a:r>
              <a:rPr lang="de-AT" dirty="0"/>
              <a:t>.</a:t>
            </a:r>
            <a:r>
              <a:rPr lang="de-AT" dirty="0" err="1"/>
              <a:t>esphome</a:t>
            </a:r>
            <a:r>
              <a:rPr lang="de-AT" dirty="0"/>
              <a:t> im Arbeitsverzeichnis löschen</a:t>
            </a:r>
          </a:p>
          <a:p>
            <a:pPr lvl="1"/>
            <a:endParaRPr lang="de-AT" dirty="0"/>
          </a:p>
          <a:p>
            <a:r>
              <a:rPr lang="de-AT" dirty="0"/>
              <a:t>Es wird wieder alles neu installiert!</a:t>
            </a:r>
          </a:p>
          <a:p>
            <a:pPr lvl="1"/>
            <a:r>
              <a:rPr lang="de-AT" dirty="0"/>
              <a:t>Dauert natürlich</a:t>
            </a:r>
          </a:p>
        </p:txBody>
      </p:sp>
    </p:spTree>
    <p:extLst>
      <p:ext uri="{BB962C8B-B14F-4D97-AF65-F5344CB8AC3E}">
        <p14:creationId xmlns:p14="http://schemas.microsoft.com/office/powerpoint/2010/main" val="3381255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94C1C1-4CE1-1784-8673-D1C4499E6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Yaml</a:t>
            </a:r>
            <a:r>
              <a:rPr lang="de-AT" dirty="0"/>
              <a:t> verarbeiten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0EDAE70-7A72-6F00-68C8-957A88499E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Terminal im </a:t>
            </a:r>
            <a:r>
              <a:rPr lang="de-AT" dirty="0" err="1"/>
              <a:t>EspHome</a:t>
            </a:r>
            <a:r>
              <a:rPr lang="de-AT" dirty="0"/>
              <a:t>-Verzeichnis als Admin öffnen</a:t>
            </a:r>
          </a:p>
          <a:p>
            <a:r>
              <a:rPr lang="de-AT" dirty="0"/>
              <a:t>Virtuelles Environment aktivieren</a:t>
            </a:r>
          </a:p>
          <a:p>
            <a:r>
              <a:rPr lang="de-AT" dirty="0"/>
              <a:t>In </a:t>
            </a:r>
            <a:r>
              <a:rPr lang="de-AT" dirty="0" err="1"/>
              <a:t>Yaml</a:t>
            </a:r>
            <a:r>
              <a:rPr lang="de-AT" dirty="0"/>
              <a:t>-Verzeichnis wechseln</a:t>
            </a:r>
          </a:p>
          <a:p>
            <a:r>
              <a:rPr lang="de-AT" dirty="0"/>
              <a:t>Ausführen: </a:t>
            </a:r>
            <a:r>
              <a:rPr lang="de-AT" dirty="0" err="1"/>
              <a:t>esphome</a:t>
            </a:r>
            <a:r>
              <a:rPr lang="de-AT" dirty="0"/>
              <a:t> </a:t>
            </a:r>
            <a:r>
              <a:rPr lang="de-AT" dirty="0" err="1"/>
              <a:t>run</a:t>
            </a:r>
            <a:r>
              <a:rPr lang="de-AT" dirty="0"/>
              <a:t> .\</a:t>
            </a:r>
            <a:r>
              <a:rPr lang="de-AT" dirty="0" err="1"/>
              <a:t>alarmbox.yaml</a:t>
            </a:r>
            <a:r>
              <a:rPr lang="de-AT" dirty="0"/>
              <a:t> </a:t>
            </a:r>
          </a:p>
          <a:p>
            <a:r>
              <a:rPr lang="de-AT" dirty="0"/>
              <a:t>Nach einigen Minuten:</a:t>
            </a:r>
          </a:p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A8AB53D-4F61-346B-0A20-69C5372B4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" y="3789040"/>
            <a:ext cx="9144000" cy="223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867634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231</Words>
  <Application>Microsoft Office PowerPoint</Application>
  <PresentationFormat>Bildschirmpräsentation (4:3)</PresentationFormat>
  <Paragraphs>54</Paragraphs>
  <Slides>9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Arial</vt:lpstr>
      <vt:lpstr>Calibri</vt:lpstr>
      <vt:lpstr>Symbol</vt:lpstr>
      <vt:lpstr>Wingdings</vt:lpstr>
      <vt:lpstr>2_Larissa</vt:lpstr>
      <vt:lpstr>EspHome in virtueller Umgebung</vt:lpstr>
      <vt:lpstr>Vorarbeiten</vt:lpstr>
      <vt:lpstr>Version von Python prüfen</vt:lpstr>
      <vt:lpstr>Virtuelles Environment für EspHome</vt:lpstr>
      <vt:lpstr>EspHome installieren</vt:lpstr>
      <vt:lpstr>Ergebnis</vt:lpstr>
      <vt:lpstr>Virtuelle Umgebung aktivieren/deaktivieren</vt:lpstr>
      <vt:lpstr>Falls es Probleme gibt</vt:lpstr>
      <vt:lpstr>Yaml verarbeiten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927</cp:revision>
  <dcterms:created xsi:type="dcterms:W3CDTF">2011-08-18T07:37:01Z</dcterms:created>
  <dcterms:modified xsi:type="dcterms:W3CDTF">2026-03-11T18:18:00Z</dcterms:modified>
</cp:coreProperties>
</file>