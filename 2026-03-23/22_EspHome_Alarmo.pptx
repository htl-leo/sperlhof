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2"/>
  </p:notesMasterIdLst>
  <p:handoutMasterIdLst>
    <p:handoutMasterId r:id="rId23"/>
  </p:handoutMasterIdLst>
  <p:sldIdLst>
    <p:sldId id="1339" r:id="rId2"/>
    <p:sldId id="1341" r:id="rId3"/>
    <p:sldId id="1145" r:id="rId4"/>
    <p:sldId id="1150" r:id="rId5"/>
    <p:sldId id="1146" r:id="rId6"/>
    <p:sldId id="1342" r:id="rId7"/>
    <p:sldId id="1343" r:id="rId8"/>
    <p:sldId id="1344" r:id="rId9"/>
    <p:sldId id="1345" r:id="rId10"/>
    <p:sldId id="1347" r:id="rId11"/>
    <p:sldId id="1350" r:id="rId12"/>
    <p:sldId id="1348" r:id="rId13"/>
    <p:sldId id="1349" r:id="rId14"/>
    <p:sldId id="1351" r:id="rId15"/>
    <p:sldId id="1346" r:id="rId16"/>
    <p:sldId id="1352" r:id="rId17"/>
    <p:sldId id="1353" r:id="rId18"/>
    <p:sldId id="1355" r:id="rId19"/>
    <p:sldId id="1356" r:id="rId20"/>
    <p:sldId id="1354" r:id="rId21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C2A4-FD0B-7DC4-B5DF-C6E0D48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B0355E-053A-0F92-981F-BE7CCF8C1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C33B21-94CF-02A5-C320-44BE96809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9392"/>
            <a:ext cx="9143998" cy="637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5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1F248B-89DE-84A2-BF75-8DDFF188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ESP32 S3 Super-Mini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19CC98-649E-CBD4-1161-E0F729CE3D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Screenshot, Pixel enthält.&#10;&#10;KI-generierte Inhalte können fehlerhaft sein.">
            <a:extLst>
              <a:ext uri="{FF2B5EF4-FFF2-40B4-BE49-F238E27FC236}">
                <a16:creationId xmlns:a16="http://schemas.microsoft.com/office/drawing/2014/main" id="{FE892B4F-56DF-7B94-A3F8-CAA152F4A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795462"/>
            <a:ext cx="84677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4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B00B5-255D-7F05-7F0A-2F1D087D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2“ OLED-Display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5BF216-F1FA-5146-A7D4-9AC2EEFB1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/>
              <a:t>Signalisierung statt </a:t>
            </a:r>
            <a:r>
              <a:rPr lang="de-AT" sz="2000" dirty="0" err="1"/>
              <a:t>Neopixel</a:t>
            </a:r>
            <a:endParaRPr lang="de-AT" sz="2000" dirty="0"/>
          </a:p>
          <a:p>
            <a:r>
              <a:rPr lang="de-AT" sz="2000" dirty="0"/>
              <a:t>Textausgabe der Sensorwerte</a:t>
            </a:r>
          </a:p>
          <a:p>
            <a:endParaRPr lang="de-AT" sz="2000" dirty="0"/>
          </a:p>
          <a:p>
            <a:r>
              <a:rPr lang="de-AT" sz="2000" dirty="0"/>
              <a:t>VCC – 3V3 –ROT</a:t>
            </a:r>
          </a:p>
          <a:p>
            <a:r>
              <a:rPr lang="de-AT" sz="2000" dirty="0"/>
              <a:t>GND - SCHWARZ</a:t>
            </a:r>
          </a:p>
          <a:p>
            <a:r>
              <a:rPr lang="de-AT" sz="2000" dirty="0"/>
              <a:t>SPI-Interface</a:t>
            </a:r>
          </a:p>
          <a:p>
            <a:pPr lvl="1"/>
            <a:r>
              <a:rPr lang="de-AT" sz="1800" dirty="0"/>
              <a:t>WEISS SCL </a:t>
            </a:r>
            <a:r>
              <a:rPr lang="de-AT" sz="1800" dirty="0">
                <a:sym typeface="Wingdings" panose="05000000000000000000" pitchFamily="2" charset="2"/>
              </a:rPr>
              <a:t> GPIO01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GRAU SDA  GPIO02</a:t>
            </a:r>
          </a:p>
          <a:p>
            <a:r>
              <a:rPr lang="de-AT" sz="2000" dirty="0">
                <a:sym typeface="Wingdings" panose="05000000000000000000" pitchFamily="2" charset="2"/>
              </a:rPr>
              <a:t>OLED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GRÜN CS  GPIO03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BLAU DC  GPIO04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VIO RES  GPIO05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GELB BL  GPIO06</a:t>
            </a:r>
          </a:p>
          <a:p>
            <a:pPr marL="541337" lvl="1" indent="0">
              <a:buNone/>
            </a:pPr>
            <a:endParaRPr lang="de-AT" sz="1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AED526-96E8-24AA-4A06-51EF01683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2420888"/>
            <a:ext cx="3111996" cy="308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3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2189FE4-075C-F7FB-6971-C9869801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988840"/>
            <a:ext cx="3531756" cy="261783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3D425F-4988-5553-9360-8075B028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Bewegungsmelder LD24020B (Radarsensor)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DC3D54-92B4-D550-3368-BEDF6653F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352159" cy="4608165"/>
          </a:xfrm>
        </p:spPr>
        <p:txBody>
          <a:bodyPr/>
          <a:lstStyle/>
          <a:p>
            <a:r>
              <a:rPr lang="de-AT" dirty="0"/>
              <a:t>Mit BLE </a:t>
            </a:r>
            <a:r>
              <a:rPr lang="de-AT" dirty="0">
                <a:sym typeface="Wingdings" panose="05000000000000000000" pitchFamily="2" charset="2"/>
              </a:rPr>
              <a:t> per App konfigurierbar</a:t>
            </a:r>
          </a:p>
          <a:p>
            <a:r>
              <a:rPr lang="de-AT" dirty="0">
                <a:sym typeface="Wingdings" panose="05000000000000000000" pitchFamily="2" charset="2"/>
              </a:rPr>
              <a:t>5V Versorgung  keine Störungen der OLED</a:t>
            </a:r>
          </a:p>
          <a:p>
            <a:r>
              <a:rPr lang="de-AT" dirty="0">
                <a:sym typeface="Wingdings" panose="05000000000000000000" pitchFamily="2" charset="2"/>
              </a:rPr>
              <a:t>UART-Schnittstelle</a:t>
            </a:r>
          </a:p>
          <a:p>
            <a:endParaRPr lang="de-AT" dirty="0">
              <a:sym typeface="Wingdings" panose="05000000000000000000" pitchFamily="2" charset="2"/>
            </a:endParaRPr>
          </a:p>
          <a:p>
            <a:r>
              <a:rPr lang="de-AT" dirty="0">
                <a:sym typeface="Wingdings" panose="05000000000000000000" pitchFamily="2" charset="2"/>
              </a:rPr>
              <a:t>VCC – 5V - ROT</a:t>
            </a:r>
          </a:p>
          <a:p>
            <a:r>
              <a:rPr lang="de-AT" dirty="0">
                <a:sym typeface="Wingdings" panose="05000000000000000000" pitchFamily="2" charset="2"/>
              </a:rPr>
              <a:t>GND – GND - SCHWARZ</a:t>
            </a:r>
          </a:p>
          <a:p>
            <a:r>
              <a:rPr lang="de-AT" sz="2400" dirty="0" err="1"/>
              <a:t>Rx</a:t>
            </a:r>
            <a:r>
              <a:rPr lang="de-AT" sz="2400" dirty="0"/>
              <a:t> – </a:t>
            </a:r>
            <a:r>
              <a:rPr lang="de-AT" sz="2400" dirty="0" err="1"/>
              <a:t>Tx</a:t>
            </a:r>
            <a:r>
              <a:rPr lang="de-AT" sz="2400" dirty="0"/>
              <a:t> auskreuzen</a:t>
            </a:r>
          </a:p>
          <a:p>
            <a:pPr lvl="1"/>
            <a:r>
              <a:rPr lang="de-AT" sz="2000" dirty="0"/>
              <a:t>2410 </a:t>
            </a:r>
            <a:r>
              <a:rPr lang="de-AT" sz="2000" dirty="0" err="1"/>
              <a:t>Rx</a:t>
            </a:r>
            <a:r>
              <a:rPr lang="de-AT" sz="2000" dirty="0"/>
              <a:t> </a:t>
            </a:r>
            <a:r>
              <a:rPr lang="de-AT" sz="2000" dirty="0">
                <a:sym typeface="Wingdings" panose="05000000000000000000" pitchFamily="2" charset="2"/>
              </a:rPr>
              <a:t> ESP32 </a:t>
            </a:r>
            <a:r>
              <a:rPr lang="de-AT" sz="2000" dirty="0" err="1">
                <a:sym typeface="Wingdings" panose="05000000000000000000" pitchFamily="2" charset="2"/>
              </a:rPr>
              <a:t>Tx</a:t>
            </a:r>
            <a:r>
              <a:rPr lang="de-AT" sz="2000" dirty="0">
                <a:sym typeface="Wingdings" panose="05000000000000000000" pitchFamily="2" charset="2"/>
              </a:rPr>
              <a:t> - PIO10 - GELB</a:t>
            </a:r>
          </a:p>
          <a:p>
            <a:pPr lvl="1"/>
            <a:r>
              <a:rPr lang="de-AT" sz="2000" dirty="0">
                <a:sym typeface="Wingdings" panose="05000000000000000000" pitchFamily="2" charset="2"/>
              </a:rPr>
              <a:t>2410 </a:t>
            </a:r>
            <a:r>
              <a:rPr lang="de-AT" sz="2000" dirty="0" err="1">
                <a:sym typeface="Wingdings" panose="05000000000000000000" pitchFamily="2" charset="2"/>
              </a:rPr>
              <a:t>Tx</a:t>
            </a:r>
            <a:r>
              <a:rPr lang="de-AT" sz="2000" dirty="0">
                <a:sym typeface="Wingdings" panose="05000000000000000000" pitchFamily="2" charset="2"/>
              </a:rPr>
              <a:t>  ESP32 </a:t>
            </a:r>
            <a:r>
              <a:rPr lang="de-AT" sz="2000" dirty="0" err="1">
                <a:sym typeface="Wingdings" panose="05000000000000000000" pitchFamily="2" charset="2"/>
              </a:rPr>
              <a:t>Rx</a:t>
            </a:r>
            <a:r>
              <a:rPr lang="de-AT" sz="2000" dirty="0">
                <a:sym typeface="Wingdings" panose="05000000000000000000" pitchFamily="2" charset="2"/>
              </a:rPr>
              <a:t> - PIO11 – GRÜN</a:t>
            </a:r>
          </a:p>
          <a:p>
            <a:r>
              <a:rPr lang="de-AT" sz="2200" dirty="0">
                <a:sym typeface="Wingdings" panose="05000000000000000000" pitchFamily="2" charset="2"/>
              </a:rPr>
              <a:t>UNBESCHALTET BLAU</a:t>
            </a:r>
            <a:endParaRPr lang="de-AT" sz="2200" dirty="0"/>
          </a:p>
          <a:p>
            <a:endParaRPr lang="de-AT" dirty="0">
              <a:sym typeface="Wingdings" panose="05000000000000000000" pitchFamily="2" charset="2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0F0561-0047-962D-F0D2-4E3A05C8D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18" y="4736187"/>
            <a:ext cx="20764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1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3544A-F044-61A6-551F-886FE4F5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Buzzer 3V3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0964F7-965D-0D2A-7A02-87B22306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+ - GPIO07 – ORANGE</a:t>
            </a:r>
          </a:p>
          <a:p>
            <a:r>
              <a:rPr lang="de-AT" dirty="0"/>
              <a:t>GND – GND -SCHWARZ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2B0151-A73E-8A79-CC67-E70A87A3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357" y="2348880"/>
            <a:ext cx="3865984" cy="38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3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CEAE3-A6B0-2341-46CD-34A9D953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Temperatur/Luftfeuchte SHT41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6B0C09-B40F-167F-8C9C-A56AD0A14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VIN – 3V3 – ROT</a:t>
            </a:r>
          </a:p>
          <a:p>
            <a:r>
              <a:rPr lang="de-AT" dirty="0"/>
              <a:t>GND – GND – SCHWARZ</a:t>
            </a:r>
          </a:p>
          <a:p>
            <a:r>
              <a:rPr lang="de-AT" dirty="0"/>
              <a:t>SCL – GPIO08 – WEISS</a:t>
            </a:r>
          </a:p>
          <a:p>
            <a:r>
              <a:rPr lang="de-AT" dirty="0"/>
              <a:t>SDA – GPIO09 – BRAUN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69A940-8D0F-01F0-CD22-0D9EE71A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484784"/>
            <a:ext cx="2221209" cy="262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3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3C518-5588-C918-3572-A0D99997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YAML-Datei mit KI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6AACBE-46E3-007A-F1C8-F72EB609CF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314825" cy="4608165"/>
          </a:xfrm>
        </p:spPr>
        <p:txBody>
          <a:bodyPr/>
          <a:lstStyle/>
          <a:p>
            <a:r>
              <a:rPr lang="de-AT" dirty="0"/>
              <a:t>Name soll eigener Familienname sein</a:t>
            </a:r>
          </a:p>
          <a:p>
            <a:r>
              <a:rPr lang="de-AT" dirty="0"/>
              <a:t>Kein MQTT</a:t>
            </a:r>
          </a:p>
          <a:p>
            <a:r>
              <a:rPr lang="de-AT" dirty="0"/>
              <a:t>API-Key für HA</a:t>
            </a:r>
          </a:p>
          <a:p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B4D7942-4710-B2B5-DCE4-74FF33DB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753" y="981075"/>
            <a:ext cx="45720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9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CCB26-43F7-7FCA-A83B-78925DE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</a:t>
            </a:r>
            <a:r>
              <a:rPr lang="de-AT" dirty="0" err="1"/>
              <a:t>Enstellungen</a:t>
            </a:r>
            <a:r>
              <a:rPr lang="de-AT" dirty="0"/>
              <a:t>-Geräte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7D5A97-33A4-6950-3850-95C895063E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Box wartet auf Einbindung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D6DB14-F44D-20F5-C5F2-AF1B6776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67" y="2348880"/>
            <a:ext cx="8207376" cy="29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3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61745-5C74-CEC5-CAA2-1A80DC27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mit dem API-Key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FE318E-55C3-5DAF-7A47-CE8C966F02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F96CC44-8C4A-038F-D713-A29FEA909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31397"/>
            <a:ext cx="6768752" cy="359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5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E5E82-5126-51EE-A028-4755973D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Namen und Bereich zuweisen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D47A68-5885-7D11-BBB8-17D85867A0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DD7337-6642-F6D5-09E9-1B745F6AD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292404"/>
            <a:ext cx="38481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3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1671D-C7AC-54EA-DE70-19F5CA46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Sensoren und Aktoren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6B3D96-74DA-6090-F7AE-3DB94279C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Vernünftige Benennung</a:t>
            </a:r>
          </a:p>
          <a:p>
            <a:pPr lvl="1"/>
            <a:r>
              <a:rPr lang="de-AT" dirty="0"/>
              <a:t>Kommt aus YAML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C252BA-2009-B2B5-03C3-3EAA0054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139" y="-15296"/>
            <a:ext cx="3039861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8E8428E-4E07-4B52-2592-2BEB645CD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5" y="2780928"/>
            <a:ext cx="531495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59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CD0F1A-AD60-2D3F-2B2B-D77F628B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Kleines Zuckerl: Bluetooth Proxy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2C6528-5382-8ADE-5D20-757FCEAB54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Leitet BT-Signale per WiFi (ESP32) an HA weiter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50D471-C614-7C9B-C993-6535D42F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67" y="2276872"/>
            <a:ext cx="6240266" cy="345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9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9BFF6-B009-38C8-72F5-4022879D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Plötzlich findet er einige Geräte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B7C076-1968-4CF2-19E2-E85826C342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62EF8E-D130-124A-C288-C17922C2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64" y="1268413"/>
            <a:ext cx="9144000" cy="256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94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6B744-C11A-8EDF-FAE8-91F823E7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BT Thermometer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00999C-FD22-54C2-EAFC-DAE97D84B8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Letzte 4 Stellen der MAC-Adresse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80AE8D8-540D-487E-FA63-34ECFF87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32856"/>
            <a:ext cx="5362575" cy="199072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87BD60-8E4F-CDAD-9760-AB07A361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567" y="3357730"/>
            <a:ext cx="3786163" cy="346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79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56383-7F01-F67D-AED5-C0743AF4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Presencesensoren</a:t>
            </a:r>
            <a:r>
              <a:rPr lang="de-AT" dirty="0"/>
              <a:t> per BT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0C6B7D-A46B-8CFA-CB45-1729AA88EC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000" dirty="0"/>
              <a:t>Reicht eigentlich die Spannungsversorgung</a:t>
            </a:r>
          </a:p>
          <a:p>
            <a:r>
              <a:rPr lang="de-AT" sz="2000" dirty="0"/>
              <a:t>Eigentlich gedacht, um sie per BT und Smartphone zu konfigurieren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4F6229-78CD-CDCA-8F47-43A1C28FC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2" y="2420888"/>
            <a:ext cx="7596336" cy="357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6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D00E5-58C8-D825-4499-9553BBB0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Bluetooth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9EDF79-89CD-D021-AE3E-6BDCC0F7B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Wurde automatisch angelegt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D54F4B-2662-27B5-DFD0-CBF70B7B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512" y="1988840"/>
            <a:ext cx="5754976" cy="435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0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3C08B-9BED-E246-4AE1-606E43CA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Details zu Bluetooth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84A31A-9477-E390-F14F-9FBA44D07A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472724D-5D40-4C34-154B-F70326A6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39842"/>
            <a:ext cx="5112568" cy="437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5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0283E-BD0F-EA51-58A6-40FA9D7D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Übersicht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25FA7A-9919-1CC5-F121-C6417D78D1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DA124FA-8E0E-D158-9210-D3AB7BC7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2870"/>
            <a:ext cx="7381244" cy="274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26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41E78-77F9-2085-2564-F71B727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Jede Menge Geräte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809A82-F4DC-956F-A53E-DBA4FD24E3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08720"/>
            <a:ext cx="8207375" cy="4608165"/>
          </a:xfrm>
        </p:spPr>
        <p:txBody>
          <a:bodyPr/>
          <a:lstStyle/>
          <a:p>
            <a:r>
              <a:rPr lang="de-AT" sz="2400" dirty="0"/>
              <a:t>Aber auch Smartphones mit wechselnder MAC-Adresse</a:t>
            </a:r>
          </a:p>
          <a:p>
            <a:pPr lvl="1"/>
            <a:r>
              <a:rPr lang="de-AT" sz="2000" dirty="0"/>
              <a:t>Unbeabsichtigtes Tracking wird vermieden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8176578-E663-4D1E-3F2E-1909EFF3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18703"/>
            <a:ext cx="6768752" cy="415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80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8D85DE-D73F-C9CD-31CA-BB2B2020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Visuelle Darstellung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0AF90D-9519-D28A-15E8-09FB35D9E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D7F3AC1-773A-35CC-C54C-306CD110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371910"/>
            <a:ext cx="6027466" cy="534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859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241</Words>
  <Application>Microsoft Office PowerPoint</Application>
  <PresentationFormat>Bildschirmpräsentation (4:3)</PresentationFormat>
  <Paragraphs>61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Symbol</vt:lpstr>
      <vt:lpstr>Wingdings</vt:lpstr>
      <vt:lpstr>2_Larissa</vt:lpstr>
      <vt:lpstr>PowerPoint-Präsentation</vt:lpstr>
      <vt:lpstr>ESP32 S3 Super-Mini</vt:lpstr>
      <vt:lpstr>2“ OLED-Display</vt:lpstr>
      <vt:lpstr>Bewegungsmelder LD24020B (Radarsensor)</vt:lpstr>
      <vt:lpstr>Buzzer 3V3</vt:lpstr>
      <vt:lpstr>Temperatur/Luftfeuchte SHT41</vt:lpstr>
      <vt:lpstr>YAML-Datei mit KI erstellen</vt:lpstr>
      <vt:lpstr>HA Enstellungen-Geräte …</vt:lpstr>
      <vt:lpstr>… mit dem API-Key</vt:lpstr>
      <vt:lpstr>Namen und Bereich zuweisen</vt:lpstr>
      <vt:lpstr>Sensoren und Aktoren</vt:lpstr>
      <vt:lpstr>Kleines Zuckerl: Bluetooth Proxy</vt:lpstr>
      <vt:lpstr>Plötzlich findet er einige Geräte</vt:lpstr>
      <vt:lpstr>BT Thermometer </vt:lpstr>
      <vt:lpstr>Presencesensoren per BT</vt:lpstr>
      <vt:lpstr>Integration Bluetooth</vt:lpstr>
      <vt:lpstr>Details zu Bluetooth</vt:lpstr>
      <vt:lpstr>Übersicht</vt:lpstr>
      <vt:lpstr>Jede Menge Geräte</vt:lpstr>
      <vt:lpstr>Visuelle Darstellung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905</cp:revision>
  <dcterms:created xsi:type="dcterms:W3CDTF">2011-08-18T07:37:01Z</dcterms:created>
  <dcterms:modified xsi:type="dcterms:W3CDTF">2026-03-12T13:26:05Z</dcterms:modified>
</cp:coreProperties>
</file>