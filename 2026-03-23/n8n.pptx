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26"/>
  </p:notesMasterIdLst>
  <p:handoutMasterIdLst>
    <p:handoutMasterId r:id="rId27"/>
  </p:handoutMasterIdLst>
  <p:sldIdLst>
    <p:sldId id="1287" r:id="rId2"/>
    <p:sldId id="1288" r:id="rId3"/>
    <p:sldId id="1289" r:id="rId4"/>
    <p:sldId id="1264" r:id="rId5"/>
    <p:sldId id="1266" r:id="rId6"/>
    <p:sldId id="1267" r:id="rId7"/>
    <p:sldId id="1268" r:id="rId8"/>
    <p:sldId id="1269" r:id="rId9"/>
    <p:sldId id="1270" r:id="rId10"/>
    <p:sldId id="1271" r:id="rId11"/>
    <p:sldId id="1272" r:id="rId12"/>
    <p:sldId id="1273" r:id="rId13"/>
    <p:sldId id="1275" r:id="rId14"/>
    <p:sldId id="1279" r:id="rId15"/>
    <p:sldId id="1280" r:id="rId16"/>
    <p:sldId id="1281" r:id="rId17"/>
    <p:sldId id="1282" r:id="rId18"/>
    <p:sldId id="1283" r:id="rId19"/>
    <p:sldId id="1284" r:id="rId20"/>
    <p:sldId id="1286" r:id="rId21"/>
    <p:sldId id="1285" r:id="rId22"/>
    <p:sldId id="1276" r:id="rId23"/>
    <p:sldId id="1277" r:id="rId24"/>
    <p:sldId id="1274" r:id="rId25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209" autoAdjust="0"/>
  </p:normalViewPr>
  <p:slideViewPr>
    <p:cSldViewPr>
      <p:cViewPr varScale="1">
        <p:scale>
          <a:sx n="80" d="100"/>
          <a:sy n="80" d="100"/>
        </p:scale>
        <p:origin x="247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27.02.2026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27.02.2026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Rbillon59/hass-n8n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192.168.0.11:8123/hassio/addon/6560bdea_hass-n8n/info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20F3AC-F8EB-9B37-5DB5-77069776B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N8n – Workflowsystem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F827E3-9BFB-DF37-4ADA-871A910456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Läuft auf eigenem Server als HA-App</a:t>
            </a:r>
          </a:p>
          <a:p>
            <a:r>
              <a:rPr lang="de-AT" dirty="0"/>
              <a:t>Automatisierungen (Workflows) auf Systemebene</a:t>
            </a:r>
          </a:p>
          <a:p>
            <a:pPr lvl="1"/>
            <a:r>
              <a:rPr lang="de-AT" dirty="0"/>
              <a:t>Verbindet Systeme (Mail, Messenger, Webhooks, …)</a:t>
            </a:r>
          </a:p>
          <a:p>
            <a:r>
              <a:rPr lang="de-AT" dirty="0"/>
              <a:t>Braucht natürlich deine </a:t>
            </a:r>
            <a:r>
              <a:rPr lang="de-AT" dirty="0" err="1"/>
              <a:t>Credentials</a:t>
            </a:r>
            <a:endParaRPr lang="de-AT" dirty="0"/>
          </a:p>
          <a:p>
            <a:r>
              <a:rPr lang="de-AT" dirty="0"/>
              <a:t>Bietet einfache visuelle Oberfläche mit mächtigen Nodes</a:t>
            </a:r>
          </a:p>
          <a:p>
            <a:r>
              <a:rPr lang="de-AT" dirty="0"/>
              <a:t>Popularitätsschub durch AI-Agent-Node</a:t>
            </a:r>
          </a:p>
        </p:txBody>
      </p:sp>
    </p:spTree>
    <p:extLst>
      <p:ext uri="{BB962C8B-B14F-4D97-AF65-F5344CB8AC3E}">
        <p14:creationId xmlns:p14="http://schemas.microsoft.com/office/powerpoint/2010/main" val="897478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28EF1-CB27-18C5-6D61-03F3A9C0E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 Schritt weiter </a:t>
            </a:r>
            <a:r>
              <a:rPr lang="de-AT" dirty="0">
                <a:sym typeface="Wingdings" panose="05000000000000000000" pitchFamily="2" charset="2"/>
              </a:rPr>
              <a:t> trainierte Workflows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D5A9B8-A54B-6813-CA63-8DECB7B3C2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396DF07-2260-EBC4-FC22-E329B4E2A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6" y="1195300"/>
            <a:ext cx="8640960" cy="475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21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7D897-B1AE-6915-F232-7A16DD54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Auch spannend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2F4F27-2D89-C694-B695-6C602B6144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A7C0799-B471-5D95-DF1D-1DD48721C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2" y="1124744"/>
            <a:ext cx="8820835" cy="519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06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BB3B13-2080-925E-E164-B4A0AE69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0" u="sng" dirty="0"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https://github.com/Rbillon59/hass-n8n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BF6201-A87A-BC94-80FF-57F6FBDB2A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CED17A1-09A5-C2B6-E8F0-85B4EA82E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147356"/>
            <a:ext cx="7399267" cy="485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75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CAC63D-B4EA-0796-587E-5DFCFD69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Repo hinzufügen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88DCD9-23A2-E463-044D-14FFF62424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0DDB1E84-7F84-2775-39B8-8316AAA64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10" y="981075"/>
            <a:ext cx="3304078" cy="5876925"/>
          </a:xfrm>
          <a:prstGeom prst="rect">
            <a:avLst/>
          </a:prstGeom>
        </p:spPr>
      </p:pic>
      <p:pic>
        <p:nvPicPr>
          <p:cNvPr id="7" name="Grafik 6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D0E18F92-B39F-A63B-AE10-12B4F73A1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64537"/>
            <a:ext cx="452437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54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B625D2-BDD6-FC7A-D0F8-DC70F91A7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Info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F6298A-E226-3A9D-E7FE-734698A4B9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>
                <a:hlinkClick r:id="rId2"/>
              </a:rPr>
              <a:t>http://192.168.0.11:8123/hassio/addon/6560bdea_hass-n8n/info</a:t>
            </a:r>
            <a:r>
              <a:rPr lang="de-AT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CC4FDAD-6B18-6CC5-11FC-2994013BF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99" y="2420888"/>
            <a:ext cx="8078147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2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B0F2E-FC18-9CF0-59F1-9ADBC3012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6495F3-F41F-2AB3-879C-8F5D5EFBE5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31655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A46A2-31D5-0C81-225E-935B31048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OpenAI – API Keys erforderlich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42CC49-C0EA-F5EF-3479-1C4ABCDF8D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Vorarbeiten</a:t>
            </a:r>
          </a:p>
          <a:p>
            <a:pPr lvl="1"/>
            <a:r>
              <a:rPr lang="de-AT" dirty="0"/>
              <a:t>User anlegen</a:t>
            </a:r>
          </a:p>
          <a:p>
            <a:pPr lvl="1"/>
            <a:r>
              <a:rPr lang="de-AT" dirty="0"/>
              <a:t>Einige Euros einzahlen</a:t>
            </a:r>
          </a:p>
          <a:p>
            <a:pPr lvl="1"/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6B3F532-A9EB-D8AA-BB82-9B84E7A62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996952"/>
            <a:ext cx="3788377" cy="363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681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69468-0E31-7FBC-5FFE-05FFFB88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API Key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E83A7B-2434-FDEE-F6B2-8168EAA03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51CE84D-876B-3CB2-B42C-3654F50DD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941089"/>
            <a:ext cx="6948264" cy="478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802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20FB38-7D20-566B-B26D-A25284734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555AF6-D274-BEA9-2FD8-78EAB7A556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6FD928F8-F1EB-2615-66F8-28C97E893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8012"/>
            <a:ext cx="9144000" cy="41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68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9022A8-0C64-B767-38F2-AC81CB25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F62796-0073-6D75-8C03-84AF89000D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F7AEC3DD-27F8-1448-F102-3A1E0CC0B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537" y="1095375"/>
            <a:ext cx="43529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35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57E64-78FD-13CF-5274-6B590AFA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API-Key in Passwortsafe sichern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C03A01-DFA5-95BC-4AD6-C5C02B55A3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n8n </a:t>
            </a:r>
            <a:r>
              <a:rPr lang="de-AT" dirty="0" err="1"/>
              <a:t>Credentials</a:t>
            </a:r>
            <a:r>
              <a:rPr lang="de-AT" dirty="0"/>
              <a:t> hinzufügen</a:t>
            </a:r>
          </a:p>
        </p:txBody>
      </p:sp>
      <p:pic>
        <p:nvPicPr>
          <p:cNvPr id="5" name="Grafik 4" descr="Ein Bild, das Text, Screenshot, Zahl, Reihe enthält.&#10;&#10;KI-generierte Inhalte können fehlerhaft sein.">
            <a:extLst>
              <a:ext uri="{FF2B5EF4-FFF2-40B4-BE49-F238E27FC236}">
                <a16:creationId xmlns:a16="http://schemas.microsoft.com/office/drawing/2014/main" id="{7C4FDD13-C050-DD31-D2C4-177C54809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348880"/>
            <a:ext cx="6880781" cy="431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82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01DFB6-0401-34FA-29B5-1FE51E609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Credentials</a:t>
            </a:r>
            <a:r>
              <a:rPr lang="de-AT" dirty="0"/>
              <a:t> HA in n8n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0ED646-565A-3A34-AF77-9EED8B6E19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Langlebige Zugriffstoken unter </a:t>
            </a:r>
            <a:r>
              <a:rPr lang="de-AT" dirty="0" err="1"/>
              <a:t>profile</a:t>
            </a:r>
            <a:r>
              <a:rPr lang="de-AT" dirty="0"/>
              <a:t>/</a:t>
            </a:r>
            <a:r>
              <a:rPr lang="de-AT" dirty="0" err="1"/>
              <a:t>security</a:t>
            </a:r>
            <a:endParaRPr lang="de-AT" dirty="0"/>
          </a:p>
          <a:p>
            <a:pPr marL="0" indent="0">
              <a:buNone/>
            </a:pPr>
            <a:endParaRPr lang="de-AT" dirty="0"/>
          </a:p>
        </p:txBody>
      </p:sp>
      <p:pic>
        <p:nvPicPr>
          <p:cNvPr id="5" name="Grafik 4" descr="Ein Bild, das Text, Screenshot, Software, Webseite enthält.&#10;&#10;KI-generierte Inhalte können fehlerhaft sein.">
            <a:extLst>
              <a:ext uri="{FF2B5EF4-FFF2-40B4-BE49-F238E27FC236}">
                <a16:creationId xmlns:a16="http://schemas.microsoft.com/office/drawing/2014/main" id="{02FC59FA-6163-6D95-8EB5-5F3265244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4824"/>
            <a:ext cx="8207374" cy="480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99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308F90-1EB9-AAF9-C375-5FF31C16D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n8n ist von </a:t>
            </a:r>
            <a:r>
              <a:rPr lang="de-AT" dirty="0" err="1"/>
              <a:t>Aussen</a:t>
            </a:r>
            <a:r>
              <a:rPr lang="de-AT" dirty="0"/>
              <a:t> erreichbar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CABE68-40FB-B0D7-43A6-1FB48FC39F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980728"/>
            <a:ext cx="8207375" cy="4608165"/>
          </a:xfrm>
        </p:spPr>
        <p:txBody>
          <a:bodyPr/>
          <a:lstStyle/>
          <a:p>
            <a:r>
              <a:rPr lang="de-AT" dirty="0"/>
              <a:t>Sonst funktionieren die Cloudservices nicht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9E57B69-D3F2-A218-CB98-D825F09AB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060848"/>
            <a:ext cx="6040026" cy="476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24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81CC23-1C8F-6DC6-BD22-3C04EDFFE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N8n von </a:t>
            </a:r>
            <a:r>
              <a:rPr lang="de-AT" dirty="0" err="1"/>
              <a:t>Aussen</a:t>
            </a:r>
            <a:r>
              <a:rPr lang="de-AT" dirty="0"/>
              <a:t> erreichbar machen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48DB80-756B-0567-A251-54DB23139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1052736"/>
            <a:ext cx="8207375" cy="4608165"/>
          </a:xfrm>
        </p:spPr>
        <p:txBody>
          <a:bodyPr/>
          <a:lstStyle/>
          <a:p>
            <a:r>
              <a:rPr lang="de-AT" sz="2000" dirty="0"/>
              <a:t>Standardmäßig ist n8n nur über HA erreichbar</a:t>
            </a:r>
          </a:p>
          <a:p>
            <a:pPr lvl="1"/>
            <a:r>
              <a:rPr lang="de-AT" sz="1800" dirty="0"/>
              <a:t>Sicherheitsfeature</a:t>
            </a:r>
          </a:p>
          <a:p>
            <a:r>
              <a:rPr lang="de-AT" sz="2000" dirty="0"/>
              <a:t>Für Google Cloud Services muss es aber auch remote erreichbar sein</a:t>
            </a:r>
          </a:p>
        </p:txBody>
      </p:sp>
      <p:pic>
        <p:nvPicPr>
          <p:cNvPr id="5" name="Grafik 4" descr="Ein Bild, das Text, Screenshot, Software, Webseite enthält.&#10;&#10;KI-generierte Inhalte können fehlerhaft sein.">
            <a:extLst>
              <a:ext uri="{FF2B5EF4-FFF2-40B4-BE49-F238E27FC236}">
                <a16:creationId xmlns:a16="http://schemas.microsoft.com/office/drawing/2014/main" id="{1F8FB6AE-A071-B0B8-CA52-DE349CC51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19" y="2348879"/>
            <a:ext cx="6004167" cy="43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37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D945EF-FA29-549E-F8EC-E5507FB03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Google </a:t>
            </a:r>
            <a:r>
              <a:rPr lang="de-AT" dirty="0" err="1"/>
              <a:t>Credentials</a:t>
            </a:r>
            <a:r>
              <a:rPr lang="de-AT" dirty="0"/>
              <a:t> verwalten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9A59AC-9250-5662-EC0C-D654A091C8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Software enthält.&#10;&#10;KI-generierte Inhalte können fehlerhaft sein.">
            <a:extLst>
              <a:ext uri="{FF2B5EF4-FFF2-40B4-BE49-F238E27FC236}">
                <a16:creationId xmlns:a16="http://schemas.microsoft.com/office/drawing/2014/main" id="{7DBDDB6E-BFB7-A4AB-68A9-783E5120B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49070"/>
            <a:ext cx="7920880" cy="504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49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3DF79-BA9F-C2B0-095B-56CF371D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23C5A5-944A-ADBD-0C7B-A0D1032D0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4719AE49-A706-3AC3-A198-E372C97AC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857250"/>
            <a:ext cx="6000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93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BC50B1-D976-80C4-9A80-E95B28D4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159CAA-ECBB-F630-CAC7-EDA2878DA2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12DDA511-359F-5CF7-D163-ACD5D672F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7" y="1100137"/>
            <a:ext cx="47720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293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60E9A1-B637-0CC6-3AAD-BC5A71D4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31E3D1-EFFF-96C6-9A2F-40DCB5B538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Schrift enthält.&#10;&#10;KI-generierte Inhalte können fehlerhaft sein.">
            <a:extLst>
              <a:ext uri="{FF2B5EF4-FFF2-40B4-BE49-F238E27FC236}">
                <a16:creationId xmlns:a16="http://schemas.microsoft.com/office/drawing/2014/main" id="{ACAA8FC2-41F7-8C91-7C52-8A74C20A4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38150"/>
            <a:ext cx="788670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42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2C0C0B-2F65-2B46-0310-E20ADFBC1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0F84D3-6D22-54BE-5228-8A04D4069D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hrift, Reihe, Zahl enthält.&#10;&#10;KI-generierte Inhalte können fehlerhaft sein.">
            <a:extLst>
              <a:ext uri="{FF2B5EF4-FFF2-40B4-BE49-F238E27FC236}">
                <a16:creationId xmlns:a16="http://schemas.microsoft.com/office/drawing/2014/main" id="{0DC98B04-0460-4CD0-E725-18883A89D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8466"/>
            <a:ext cx="9144000" cy="298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147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977F6-DBA0-54D0-36FA-12A34EB7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AFCCD7-50A7-AEF9-D406-59714352D0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19788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B1ED45-D3A5-31CC-E27A-561962F1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AC2436-6B33-BD90-3CF4-12599A36B9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19261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FBB7FC-F9A0-B84F-D265-DA7E386F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BBFAF3-AC6F-95C4-94B2-2900C6D3C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61AD6EE3-2EFB-1331-298C-F9DE61433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" y="2357437"/>
            <a:ext cx="83153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35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6CE3F2-0340-F5A2-CD11-8434CA369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Notwendig für n8n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682D93-080E-DEA8-7840-95C2F26B6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Webseite enthält.&#10;&#10;KI-generierte Inhalte können fehlerhaft sein.">
            <a:extLst>
              <a:ext uri="{FF2B5EF4-FFF2-40B4-BE49-F238E27FC236}">
                <a16:creationId xmlns:a16="http://schemas.microsoft.com/office/drawing/2014/main" id="{8505830A-EBA9-5012-2CAD-66CF380F6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4683"/>
            <a:ext cx="9144000" cy="376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74455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142</Words>
  <Application>Microsoft Office PowerPoint</Application>
  <PresentationFormat>Bildschirmpräsentation (4:3)</PresentationFormat>
  <Paragraphs>30</Paragraphs>
  <Slides>24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29" baseType="lpstr">
      <vt:lpstr>Arial</vt:lpstr>
      <vt:lpstr>Calibri</vt:lpstr>
      <vt:lpstr>Symbol</vt:lpstr>
      <vt:lpstr>Wingdings</vt:lpstr>
      <vt:lpstr>2_Larissa</vt:lpstr>
      <vt:lpstr>N8n – Workflowsystem</vt:lpstr>
      <vt:lpstr>Ein Schritt weiter  trainierte Workflows</vt:lpstr>
      <vt:lpstr>Auch spannend</vt:lpstr>
      <vt:lpstr>https://github.com/Rbillon59/hass-n8n</vt:lpstr>
      <vt:lpstr>Repo hinzufügen</vt:lpstr>
      <vt:lpstr>Info</vt:lpstr>
      <vt:lpstr>PowerPoint-Präsentation</vt:lpstr>
      <vt:lpstr>OpenAI – API Keys erforderlich</vt:lpstr>
      <vt:lpstr>API Key</vt:lpstr>
      <vt:lpstr>PowerPoint-Präsentation</vt:lpstr>
      <vt:lpstr>PowerPoint-Präsentation</vt:lpstr>
      <vt:lpstr>API-Key in Passwortsafe sichern</vt:lpstr>
      <vt:lpstr>Credentials HA in n8n</vt:lpstr>
      <vt:lpstr>n8n ist von Aussen erreichbar</vt:lpstr>
      <vt:lpstr>N8n von Aussen erreichbar machen</vt:lpstr>
      <vt:lpstr>Google Credentials verwalten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Notwendig für n8n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873</cp:revision>
  <dcterms:created xsi:type="dcterms:W3CDTF">2011-08-18T07:37:01Z</dcterms:created>
  <dcterms:modified xsi:type="dcterms:W3CDTF">2026-02-28T19:31:07Z</dcterms:modified>
</cp:coreProperties>
</file>