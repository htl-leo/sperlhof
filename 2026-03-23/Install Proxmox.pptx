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</p:sldMasterIdLst>
  <p:notesMasterIdLst>
    <p:notesMasterId r:id="rId6"/>
  </p:notesMasterIdLst>
  <p:handoutMasterIdLst>
    <p:handoutMasterId r:id="rId7"/>
  </p:handoutMasterIdLst>
  <p:sldIdLst>
    <p:sldId id="1348" r:id="rId2"/>
    <p:sldId id="1359" r:id="rId3"/>
    <p:sldId id="1360" r:id="rId4"/>
    <p:sldId id="1361" r:id="rId5"/>
  </p:sldIdLst>
  <p:sldSz cx="9144000" cy="6858000" type="screen4x3"/>
  <p:notesSz cx="6797675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0000"/>
    <a:srgbClr val="FFAA01"/>
    <a:srgbClr val="F99707"/>
    <a:srgbClr val="FCB504"/>
    <a:srgbClr val="B52217"/>
    <a:srgbClr val="960000"/>
    <a:srgbClr val="A40000"/>
    <a:srgbClr val="D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2353" autoAdjust="0"/>
  </p:normalViewPr>
  <p:slideViewPr>
    <p:cSldViewPr>
      <p:cViewPr varScale="1">
        <p:scale>
          <a:sx n="87" d="100"/>
          <a:sy n="87" d="100"/>
        </p:scale>
        <p:origin x="2202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322"/>
    </p:cViewPr>
  </p:sorterViewPr>
  <p:notesViewPr>
    <p:cSldViewPr>
      <p:cViewPr varScale="1">
        <p:scale>
          <a:sx n="81" d="100"/>
          <a:sy n="81" d="100"/>
        </p:scale>
        <p:origin x="-2844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7F52D72-ED1D-48E3-B38D-D27DF71D5328}" type="datetimeFigureOut">
              <a:rPr lang="de-AT"/>
              <a:pPr>
                <a:defRPr/>
              </a:pPr>
              <a:t>19.02.2026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B8876E5-8CB2-488D-BB52-3FDCCA373F31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803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3163736-15EA-4775-815E-DDF88F21B7ED}" type="datetimeFigureOut">
              <a:rPr lang="de-AT"/>
              <a:pPr>
                <a:defRPr/>
              </a:pPr>
              <a:t>19.02.2026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AT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EAC6C9-0F3A-40E0-896B-88DE66496CB5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234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8778A3-6E07-8A3D-20E9-EC807F173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448CF7E-4829-84F1-F616-E5776BF0DB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43085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2A0004-E64B-4AB8-7EDF-443D8CD76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C0E5499-0CE0-0DCE-B242-4F4B3844C3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38204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B27506-368B-057D-41AB-2F29342BD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C8321F4-9456-0E98-D22B-EDC0F70BCA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13829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AD7156-BFC2-1D0B-3EAE-4DF0ED9FC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93009F8-8D22-1FE4-080D-50DAE15DA8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45316366"/>
      </p:ext>
    </p:extLst>
  </p:cSld>
  <p:clrMapOvr>
    <a:masterClrMapping/>
  </p:clrMapOvr>
</p:sld>
</file>

<file path=ppt/theme/theme1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Bildschirmpräsentation (4:3)</PresentationFormat>
  <Paragraphs>0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9" baseType="lpstr">
      <vt:lpstr>Arial</vt:lpstr>
      <vt:lpstr>Calibri</vt:lpstr>
      <vt:lpstr>Symbol</vt:lpstr>
      <vt:lpstr>Wingdings</vt:lpstr>
      <vt:lpstr>2_Larissa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Köck</dc:creator>
  <cp:lastModifiedBy>Gerald Köck</cp:lastModifiedBy>
  <cp:revision>903</cp:revision>
  <dcterms:created xsi:type="dcterms:W3CDTF">2011-08-18T07:37:01Z</dcterms:created>
  <dcterms:modified xsi:type="dcterms:W3CDTF">2026-02-19T13:36:55Z</dcterms:modified>
</cp:coreProperties>
</file>