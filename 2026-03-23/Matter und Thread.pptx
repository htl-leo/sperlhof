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8"/>
  </p:notesMasterIdLst>
  <p:handoutMasterIdLst>
    <p:handoutMasterId r:id="rId9"/>
  </p:handoutMasterIdLst>
  <p:sldIdLst>
    <p:sldId id="1362" r:id="rId2"/>
    <p:sldId id="1348" r:id="rId3"/>
    <p:sldId id="1363" r:id="rId4"/>
    <p:sldId id="1365" r:id="rId5"/>
    <p:sldId id="1364" r:id="rId6"/>
    <p:sldId id="1361" r:id="rId7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24.02.2026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24.02.2026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rkxst.github.io/silabs-firmware-builder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6AA4C-3621-A04E-A27B-503C6A94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HW für Thread Border Router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A7E73C-3D4B-8A13-2E22-C48ACECDFF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Sky Connect ZBT-2 von Nabu Casa</a:t>
            </a:r>
          </a:p>
          <a:p>
            <a:r>
              <a:rPr lang="de-AT" dirty="0"/>
              <a:t>SMLIGHT SLZB-06</a:t>
            </a:r>
          </a:p>
          <a:p>
            <a:r>
              <a:rPr lang="de-AT" dirty="0" err="1"/>
              <a:t>Sonoff</a:t>
            </a:r>
            <a:r>
              <a:rPr lang="de-AT" dirty="0"/>
              <a:t> USB 3.0 Plus (Modell E)</a:t>
            </a:r>
          </a:p>
        </p:txBody>
      </p:sp>
    </p:spTree>
    <p:extLst>
      <p:ext uri="{BB962C8B-B14F-4D97-AF65-F5344CB8AC3E}">
        <p14:creationId xmlns:p14="http://schemas.microsoft.com/office/powerpoint/2010/main" val="337153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Flasher</a:t>
            </a:r>
            <a:r>
              <a:rPr lang="de-AT" dirty="0"/>
              <a:t> direkt auf Website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5091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https://darkxst.github.io/silabs-firmware-builder/</a:t>
            </a:r>
            <a:r>
              <a:rPr lang="de-AT" dirty="0"/>
              <a:t> </a:t>
            </a:r>
          </a:p>
        </p:txBody>
      </p:sp>
      <p:pic>
        <p:nvPicPr>
          <p:cNvPr id="5" name="Grafik 4" descr="Ein Bild, das Text, Visitenkarte, Screenshot enthält.&#10;&#10;KI-generierte Inhalte können fehlerhaft sein.">
            <a:extLst>
              <a:ext uri="{FF2B5EF4-FFF2-40B4-BE49-F238E27FC236}">
                <a16:creationId xmlns:a16="http://schemas.microsoft.com/office/drawing/2014/main" id="{C229D237-1C36-B0F7-485B-1112B9522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54" y="2060848"/>
            <a:ext cx="6751092" cy="401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8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0F037-A06F-47C7-6F6A-E2636A35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 Thread </a:t>
            </a:r>
            <a:r>
              <a:rPr lang="de-AT" dirty="0" err="1"/>
              <a:t>umflashen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E4EE97-F324-0222-45EA-41A00BCC3D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Multimedia enthält.&#10;&#10;KI-generierte Inhalte können fehlerhaft sein.">
            <a:extLst>
              <a:ext uri="{FF2B5EF4-FFF2-40B4-BE49-F238E27FC236}">
                <a16:creationId xmlns:a16="http://schemas.microsoft.com/office/drawing/2014/main" id="{B8D52C15-4772-AFFD-7623-DD42280D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138237"/>
            <a:ext cx="63817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2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545B7-1E1D-8E47-25FF-ED2CA101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Ist jetzt Thread Border Router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B94643-5E30-F32E-5DF6-142504A17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Visitenkarte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3CED58BE-6157-91B3-1FAE-6D2CFA59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83310"/>
            <a:ext cx="7907502" cy="344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7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614583-4F1C-0796-A2AB-BC53E933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AE451E-9EC3-D05A-9986-98E8208A2B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0586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99DC3-8F3B-FFE5-0A7F-55B290E0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93FA05-075B-9077-1257-2D98B30FF4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075529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</Words>
  <Application>Microsoft Office PowerPoint</Application>
  <PresentationFormat>Bildschirmpräsentation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Wingdings</vt:lpstr>
      <vt:lpstr>2_Larissa</vt:lpstr>
      <vt:lpstr>HW für Thread Border Router</vt:lpstr>
      <vt:lpstr>Flasher direkt auf Website</vt:lpstr>
      <vt:lpstr>Auf Thread umflashen</vt:lpstr>
      <vt:lpstr>Ist jetzt Thread Border Router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904</cp:revision>
  <dcterms:created xsi:type="dcterms:W3CDTF">2011-08-18T07:37:01Z</dcterms:created>
  <dcterms:modified xsi:type="dcterms:W3CDTF">2026-02-24T11:03:46Z</dcterms:modified>
</cp:coreProperties>
</file>