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39"/>
  </p:notesMasterIdLst>
  <p:handoutMasterIdLst>
    <p:handoutMasterId r:id="rId40"/>
  </p:handoutMasterIdLst>
  <p:sldIdLst>
    <p:sldId id="1160" r:id="rId2"/>
    <p:sldId id="1315" r:id="rId3"/>
    <p:sldId id="1277" r:id="rId4"/>
    <p:sldId id="1162" r:id="rId5"/>
    <p:sldId id="1319" r:id="rId6"/>
    <p:sldId id="1288" r:id="rId7"/>
    <p:sldId id="1316" r:id="rId8"/>
    <p:sldId id="1164" r:id="rId9"/>
    <p:sldId id="1146" r:id="rId10"/>
    <p:sldId id="1278" r:id="rId11"/>
    <p:sldId id="1165" r:id="rId12"/>
    <p:sldId id="1147" r:id="rId13"/>
    <p:sldId id="1247" r:id="rId14"/>
    <p:sldId id="1167" r:id="rId15"/>
    <p:sldId id="1148" r:id="rId16"/>
    <p:sldId id="1153" r:id="rId17"/>
    <p:sldId id="1250" r:id="rId18"/>
    <p:sldId id="1280" r:id="rId19"/>
    <p:sldId id="1251" r:id="rId20"/>
    <p:sldId id="1252" r:id="rId21"/>
    <p:sldId id="1253" r:id="rId22"/>
    <p:sldId id="1204" r:id="rId23"/>
    <p:sldId id="1205" r:id="rId24"/>
    <p:sldId id="1281" r:id="rId25"/>
    <p:sldId id="1169" r:id="rId26"/>
    <p:sldId id="1282" r:id="rId27"/>
    <p:sldId id="1255" r:id="rId28"/>
    <p:sldId id="1172" r:id="rId29"/>
    <p:sldId id="1283" r:id="rId30"/>
    <p:sldId id="1256" r:id="rId31"/>
    <p:sldId id="1273" r:id="rId32"/>
    <p:sldId id="1259" r:id="rId33"/>
    <p:sldId id="1170" r:id="rId34"/>
    <p:sldId id="1285" r:id="rId35"/>
    <p:sldId id="1262" r:id="rId36"/>
    <p:sldId id="1318" r:id="rId37"/>
    <p:sldId id="1317" r:id="rId38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876" autoAdjust="0"/>
  </p:normalViewPr>
  <p:slideViewPr>
    <p:cSldViewPr>
      <p:cViewPr varScale="1">
        <p:scale>
          <a:sx n="88" d="100"/>
          <a:sy n="88" d="100"/>
        </p:scale>
        <p:origin x="217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12.03.2026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12.03.2026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wget -O - https://get.hacs.xyz | bash -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16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35238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17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95504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/>
              <a:t>509H-AX1P-013X-TXNA-7RQP-HV5V-EYLK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35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50466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192.168.0.2.xxx:8123/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acs.xyz/docs/setup/download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40A352-F16B-2A07-077D-A183F5D37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Erster Start dauert ca. 20 Minuten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187946-DBF3-0D16-97C2-111BDD4D67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124744"/>
            <a:ext cx="8207375" cy="4608165"/>
          </a:xfrm>
        </p:spPr>
        <p:txBody>
          <a:bodyPr/>
          <a:lstStyle/>
          <a:p>
            <a:r>
              <a:rPr lang="de-AT" dirty="0">
                <a:hlinkClick r:id="rId2"/>
              </a:rPr>
              <a:t>http://192.168.0.2.xxx:8123/</a:t>
            </a:r>
            <a:r>
              <a:rPr lang="de-AT" dirty="0"/>
              <a:t> </a:t>
            </a:r>
          </a:p>
          <a:p>
            <a:r>
              <a:rPr lang="de-AT" dirty="0"/>
              <a:t>IP-Adresse über Router ermitteln</a:t>
            </a:r>
          </a:p>
        </p:txBody>
      </p:sp>
      <p:pic>
        <p:nvPicPr>
          <p:cNvPr id="4" name="Grafik 3" descr="Ein Bild, das Text, Screenshot, Schrift, Logo enthält.&#10;&#10;KI-generierte Inhalte können fehlerhaft sein.">
            <a:extLst>
              <a:ext uri="{FF2B5EF4-FFF2-40B4-BE49-F238E27FC236}">
                <a16:creationId xmlns:a16="http://schemas.microsoft.com/office/drawing/2014/main" id="{C9583348-2FCF-7006-F3E0-5244ACB6C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2280331"/>
            <a:ext cx="4369668" cy="425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43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31D833-1E54-5616-700F-6307A056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Backup einspielen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78FFBF-8EFA-5A7B-C98F-E6F8A34AAB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Benutzer: </a:t>
            </a:r>
            <a:r>
              <a:rPr lang="de-AT" dirty="0" err="1"/>
              <a:t>leo</a:t>
            </a:r>
            <a:r>
              <a:rPr lang="de-AT" dirty="0"/>
              <a:t>, Kennwort: </a:t>
            </a:r>
            <a:r>
              <a:rPr lang="de-AT" dirty="0" err="1"/>
              <a:t>smarthome</a:t>
            </a:r>
            <a:endParaRPr lang="de-AT" dirty="0"/>
          </a:p>
        </p:txBody>
      </p:sp>
      <p:pic>
        <p:nvPicPr>
          <p:cNvPr id="7" name="Grafik 6" descr="Ein Bild, das Text, Screenshot, Schrift, Webseite enthält.&#10;&#10;KI-generierte Inhalte können fehlerhaft sein.">
            <a:extLst>
              <a:ext uri="{FF2B5EF4-FFF2-40B4-BE49-F238E27FC236}">
                <a16:creationId xmlns:a16="http://schemas.microsoft.com/office/drawing/2014/main" id="{53F12150-189C-7A8F-72C0-E24F45877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384" y="2171899"/>
            <a:ext cx="4271232" cy="449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635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1DED9-9916-5F19-6189-C69BA17C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800" dirty="0"/>
              <a:t>Benutzer anlegen oder Backup einspielen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7633EA-C2AD-A5E1-71E7-6049A2CB94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6089742-0C33-7DE7-7892-E61652529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863307"/>
            <a:ext cx="2938463" cy="587692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22D1D3E-17BB-2CA8-4A9D-576A63AC6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60" y="1005478"/>
            <a:ext cx="3773649" cy="52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564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4B7C77-FA0E-F8D9-7623-0545D6CC9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Findet eine Menge Geräte im Netz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EE31D6-2E74-0AC2-4504-880B873E85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734" y="1220615"/>
            <a:ext cx="5327823" cy="4608165"/>
          </a:xfrm>
        </p:spPr>
        <p:txBody>
          <a:bodyPr/>
          <a:lstStyle/>
          <a:p>
            <a:r>
              <a:rPr lang="de-AT" dirty="0" err="1"/>
              <a:t>Fritzbox</a:t>
            </a:r>
            <a:endParaRPr lang="de-AT" dirty="0"/>
          </a:p>
          <a:p>
            <a:r>
              <a:rPr lang="de-AT" dirty="0" err="1"/>
              <a:t>Synology</a:t>
            </a:r>
            <a:endParaRPr lang="de-AT" dirty="0"/>
          </a:p>
          <a:p>
            <a:r>
              <a:rPr lang="de-AT" dirty="0" err="1"/>
              <a:t>ShellyPlug</a:t>
            </a:r>
            <a:endParaRPr lang="de-AT" dirty="0"/>
          </a:p>
          <a:p>
            <a:r>
              <a:rPr lang="de-AT" dirty="0"/>
              <a:t>Sonos</a:t>
            </a:r>
          </a:p>
          <a:p>
            <a:r>
              <a:rPr lang="de-AT" dirty="0"/>
              <a:t>Pflanzensensor</a:t>
            </a:r>
          </a:p>
          <a:p>
            <a:r>
              <a:rPr lang="de-AT" dirty="0"/>
              <a:t>Zahnbürste</a:t>
            </a:r>
          </a:p>
          <a:p>
            <a:r>
              <a:rPr lang="de-AT" dirty="0"/>
              <a:t>ESP32-Geräte</a:t>
            </a:r>
          </a:p>
          <a:p>
            <a:endParaRPr lang="de-AT" dirty="0"/>
          </a:p>
          <a:p>
            <a:r>
              <a:rPr lang="de-AT" dirty="0"/>
              <a:t>Später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6CF809A-7946-9F48-3843-FDE721276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1143000"/>
            <a:ext cx="2430543" cy="558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732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024320-F75F-D6BA-55D2-AA9ABD4B4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über Backup verfügbar ist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C4C851-6379-AE8E-97D1-91C3911643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Apps (früher </a:t>
            </a:r>
            <a:r>
              <a:rPr lang="de-DE" dirty="0" err="1"/>
              <a:t>AddOns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Terminal, Samba, …</a:t>
            </a:r>
          </a:p>
          <a:p>
            <a:r>
              <a:rPr lang="de-DE" dirty="0"/>
              <a:t>Integrationen</a:t>
            </a:r>
          </a:p>
          <a:p>
            <a:pPr lvl="1"/>
            <a:r>
              <a:rPr lang="de-DE" dirty="0"/>
              <a:t>Z.B. MQTT</a:t>
            </a:r>
          </a:p>
          <a:p>
            <a:r>
              <a:rPr lang="de-DE" dirty="0"/>
              <a:t>Home Assistant Community Store (HACS)</a:t>
            </a:r>
          </a:p>
          <a:p>
            <a:r>
              <a:rPr lang="de-DE" dirty="0"/>
              <a:t>Einige Geräte über MQTT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55387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303DA-E86C-93EC-A507-D51E3F1DD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Aktuell verfügbare Geräte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84F8C4-FA76-958D-C278-E07B130F5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980728"/>
            <a:ext cx="8207375" cy="4608165"/>
          </a:xfrm>
        </p:spPr>
        <p:txBody>
          <a:bodyPr/>
          <a:lstStyle/>
          <a:p>
            <a:r>
              <a:rPr lang="de-AT" dirty="0"/>
              <a:t>MQTT ist mit Broker auf 192.168.2.205 verbunden</a:t>
            </a:r>
          </a:p>
          <a:p>
            <a:pPr lvl="1"/>
            <a:r>
              <a:rPr lang="de-AT" dirty="0" err="1"/>
              <a:t>Sperlbox</a:t>
            </a:r>
            <a:r>
              <a:rPr lang="de-AT" dirty="0"/>
              <a:t> mit einer Menge von Sensoren</a:t>
            </a:r>
          </a:p>
          <a:p>
            <a:pPr lvl="1"/>
            <a:r>
              <a:rPr lang="de-AT" dirty="0"/>
              <a:t>Einiges über Zigbee2Mqtt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9BA9E35-0627-376E-3A54-3CBF097F2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754991"/>
            <a:ext cx="7031436" cy="39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40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15AEBF-AFC0-94C9-137D-296BA2F4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Erweiterten Modus aktivieren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557EE0-05C3-EA57-0E62-690732CF2F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Profil - Allgemein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23946B6-BC4F-BFC5-7E64-65ED06BA9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286761"/>
            <a:ext cx="6715125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947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BAC7B6-B964-9146-166B-517EE33D3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Konfiguration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85B87E-486A-16C5-85EF-EC605C3E4B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C8FE5AD-59B2-E27E-CA27-9027F311A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6531"/>
            <a:ext cx="9144000" cy="506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74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B38A1A-43D6-717E-B41E-34A305712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AddOn</a:t>
            </a:r>
            <a:r>
              <a:rPr lang="de-AT" dirty="0"/>
              <a:t>-Store - </a:t>
            </a:r>
            <a:r>
              <a:rPr lang="de-AT" dirty="0" err="1"/>
              <a:t>Enable</a:t>
            </a:r>
            <a:r>
              <a:rPr lang="de-AT" dirty="0"/>
              <a:t> SSH/SFTP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4F4785-7C61-1E50-7DE6-860DEAC1B8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5EE66A5-BBD0-435B-DC63-CFF08181C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124744"/>
            <a:ext cx="9144000" cy="541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71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E91111-3BB8-7C53-94AB-7A90FB905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AddOn</a:t>
            </a:r>
            <a:r>
              <a:rPr lang="de-AT" dirty="0"/>
              <a:t> wurde zu Apps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BED883-1BAF-E929-C925-726068D258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 err="1"/>
              <a:t>Frenck</a:t>
            </a:r>
            <a:r>
              <a:rPr lang="de-AT" dirty="0"/>
              <a:t> ist ein sehr wertvolles Community-Mitglied</a:t>
            </a:r>
          </a:p>
          <a:p>
            <a:r>
              <a:rPr lang="de-AT" dirty="0"/>
              <a:t>Installation dauert etwas </a:t>
            </a:r>
            <a:r>
              <a:rPr lang="de-AT" dirty="0">
                <a:sym typeface="Wingdings" panose="05000000000000000000" pitchFamily="2" charset="2"/>
              </a:rPr>
              <a:t> F5</a:t>
            </a:r>
            <a:endParaRPr lang="de-AT" dirty="0"/>
          </a:p>
        </p:txBody>
      </p:sp>
      <p:pic>
        <p:nvPicPr>
          <p:cNvPr id="6" name="Grafik 5" descr="Ein Bild, das Text, Elektronik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AAB06DC6-8C77-66A6-2644-71F862E0B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276872"/>
            <a:ext cx="501015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92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3633B7-11E7-7DDA-3759-BA1098695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SSH - Überblick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D55B6E-0FFE-4841-86F4-720FB96689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 sz="20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3D5B7D2-AFFD-3BAA-982A-1B6C9B08E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7767"/>
            <a:ext cx="8077200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427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98A98E-AF76-764B-86BD-43EDFD14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Config</a:t>
            </a:r>
            <a:r>
              <a:rPr lang="de-AT" dirty="0"/>
              <a:t> – Benutzer anpassen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9C0E3E-3024-F710-D113-0A2F13363E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512" y="980728"/>
            <a:ext cx="8207375" cy="4608165"/>
          </a:xfrm>
        </p:spPr>
        <p:txBody>
          <a:bodyPr/>
          <a:lstStyle/>
          <a:p>
            <a:r>
              <a:rPr lang="de-AT" dirty="0"/>
              <a:t>Auf Infoseite starten</a:t>
            </a:r>
          </a:p>
          <a:p>
            <a:r>
              <a:rPr lang="de-AT" dirty="0"/>
              <a:t>User root wird später benötigt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E4D0BAD-2DFA-EC14-9530-0D7B1D713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276872"/>
            <a:ext cx="5904656" cy="519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119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5995B0-F584-96F2-6799-BB3DBA493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Config</a:t>
            </a:r>
            <a:r>
              <a:rPr lang="de-AT" dirty="0"/>
              <a:t> überprüfen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63D843-3975-DF4E-9BF4-30C819F634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980728"/>
            <a:ext cx="8207375" cy="4608165"/>
          </a:xfrm>
        </p:spPr>
        <p:txBody>
          <a:bodyPr/>
          <a:lstStyle/>
          <a:p>
            <a:endParaRPr lang="de-AT" dirty="0"/>
          </a:p>
        </p:txBody>
      </p:sp>
      <p:pic>
        <p:nvPicPr>
          <p:cNvPr id="6" name="Grafik 5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1C06C483-246D-007F-AF9E-F5B020F4D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041396"/>
            <a:ext cx="4336283" cy="540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58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E40683-D0F2-7ADD-ADBF-E702015FF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Starten und Aufrufen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CA74DA-94DC-5B0B-57D7-8F40AC8698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6" name="Grafik 5" descr="Ein Bild, das Text, Screenshot, Schrift, Software enthält.&#10;&#10;KI-generierte Inhalte können fehlerhaft sein.">
            <a:extLst>
              <a:ext uri="{FF2B5EF4-FFF2-40B4-BE49-F238E27FC236}">
                <a16:creationId xmlns:a16="http://schemas.microsoft.com/office/drawing/2014/main" id="{50D1B517-A9CA-DD8B-03DD-C1395D8B3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157287"/>
            <a:ext cx="7086600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50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F868E-F6A6-8B22-FA0B-7F9FBC715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Ergebnis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8A6899-58E1-E846-9108-477AEF7D50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F3FD3D6-9680-0C8E-3A83-BD8742F95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0" y="1124744"/>
            <a:ext cx="9134475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71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BD2CE7-BF0C-B9A4-B095-366C1A6B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Install</a:t>
            </a:r>
            <a:r>
              <a:rPr lang="de-AT" dirty="0"/>
              <a:t> Home </a:t>
            </a:r>
            <a:r>
              <a:rPr lang="de-AT" dirty="0" err="1"/>
              <a:t>Assistant</a:t>
            </a:r>
            <a:r>
              <a:rPr lang="de-AT" dirty="0"/>
              <a:t> Community Store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06AA1C-0AE2-8653-6715-F0B6F47A87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1052736"/>
            <a:ext cx="8207375" cy="4608165"/>
          </a:xfrm>
        </p:spPr>
        <p:txBody>
          <a:bodyPr/>
          <a:lstStyle/>
          <a:p>
            <a:r>
              <a:rPr lang="de-AT" sz="2400" dirty="0">
                <a:hlinkClick r:id="rId3"/>
              </a:rPr>
              <a:t>https://hacs.xyz/docs/setup/download/</a:t>
            </a:r>
            <a:r>
              <a:rPr lang="de-AT" sz="2400" dirty="0"/>
              <a:t> </a:t>
            </a:r>
          </a:p>
          <a:p>
            <a:r>
              <a:rPr lang="de-AT" dirty="0" err="1"/>
              <a:t>Ssh</a:t>
            </a:r>
            <a:r>
              <a:rPr lang="de-AT" dirty="0"/>
              <a:t>: </a:t>
            </a:r>
            <a:r>
              <a:rPr lang="pt-BR" dirty="0"/>
              <a:t>wget -O - https://get.hacs.xyz | bash -</a:t>
            </a:r>
          </a:p>
          <a:p>
            <a:r>
              <a:rPr lang="pt-BR" dirty="0"/>
              <a:t>Restart HA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3A9ED84-834D-DE3D-5C40-D74032455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2924944"/>
            <a:ext cx="5616624" cy="359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100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0D751D-6B8D-293F-93CC-00E92D009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Script</a:t>
            </a:r>
            <a:r>
              <a:rPr lang="de-AT" dirty="0"/>
              <a:t> arbeitet problemlos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9CBB58-9B8D-3EAB-F430-17F897A2B3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39546E7-4DD9-A66B-8A9F-63616D2EB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7" y="872504"/>
            <a:ext cx="8429625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48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A8DB5A-8952-6495-E9DE-7AAED5A84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neu starten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E21A8B-4108-91A8-9DC0-C08E61D8F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C5CB59F-0E1E-A9BA-F1EA-AF8C793A7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286631"/>
            <a:ext cx="8622172" cy="459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0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0F3C19-E338-F6F1-618C-D8FC3E25C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neu starten – Browsercache löschen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A9FAA0-5ED9-B421-23F7-FD0222EAA4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Browser wechseln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E00F019-91C0-0CCB-0231-7F6460F95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2" y="2065337"/>
            <a:ext cx="479107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416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85E86-ED42-EA4C-C468-994325F90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Integration hinzufügen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26770B-6FEA-F715-3644-888C8CD21A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0347838-9CBF-51F8-88E3-7BA4B737C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000500"/>
            <a:ext cx="3933825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347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1B240A-ACAB-BBF0-0F0B-00C9B49C8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Alles bestätigen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B29AC6-E673-B95B-51BE-AF24D7233E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CBD280E-8C3A-3AFF-8E37-C4257E3C2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62" y="904875"/>
            <a:ext cx="677227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026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52D155-09D9-40BD-7DED-82F9443AD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HACS – Integration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E2B48F-0A09-2390-2D0D-6AA3A329F0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Mit Key in GitHub anmelden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E616D70-6033-5F4D-5EE8-99DB811D7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2636912"/>
            <a:ext cx="4363030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726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53BF2D-5962-8C4B-076F-8310C8A46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651083-8852-3625-104C-0976483274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DD645BE-6DEA-CE14-AFEE-ED4E9F45E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124744"/>
            <a:ext cx="5764714" cy="507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4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92DC37-2A27-886C-53C4-1737EF14F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HACS zu Bereich System hinzufügen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FA0537-AFDC-03C8-40A1-506E3DD465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Bereich System anlegen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CB6BD7C-8000-E251-3CB7-8826B5A47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916832"/>
            <a:ext cx="4104456" cy="326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123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353ABB-E301-E4DD-2B8E-A9B35160B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VS-Code als Standard-Editor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6A447B-A6D4-AF1E-FB86-3017CBEE9D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D3C4FBB-DBAD-6827-8973-0914CA095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887" y="1628775"/>
            <a:ext cx="4848225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051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FC8B53-382C-9BD2-9064-D681CDA1D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Wieder </a:t>
            </a:r>
            <a:r>
              <a:rPr lang="de-AT" dirty="0" err="1"/>
              <a:t>Frenck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05AF74-2CAF-6D78-E44B-714C40FF5D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59F0B5A-7505-8F3D-2A69-CEBFE8A91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72941"/>
            <a:ext cx="8253098" cy="499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526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A814A7-DD41-CB44-33C2-FFD1032A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Bearbeitung der </a:t>
            </a:r>
            <a:r>
              <a:rPr lang="de-AT" dirty="0" err="1"/>
              <a:t>Config</a:t>
            </a:r>
            <a:r>
              <a:rPr lang="de-AT" dirty="0"/>
              <a:t>-Files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2E6932-3314-48A5-3425-6DCCFAD0BD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B71CA81-CDAB-BE70-C5B3-3737E34D9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92" y="1340768"/>
            <a:ext cx="8695616" cy="349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797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3872C-A2F5-458F-C0B1-9F2C5B93D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Samba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BEA354-07D1-52B1-1046-EB774C7EB8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512" y="981075"/>
            <a:ext cx="8207375" cy="4608165"/>
          </a:xfrm>
        </p:spPr>
        <p:txBody>
          <a:bodyPr/>
          <a:lstStyle/>
          <a:p>
            <a:r>
              <a:rPr lang="de-AT" dirty="0"/>
              <a:t>User/Password festlegen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E1E61F5-E0F5-DD47-B0F8-A6E921AEE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66" y="1695959"/>
            <a:ext cx="9144000" cy="317839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4DDCB3D-4B75-34E1-1EDF-575AC89BC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566" y="5051270"/>
            <a:ext cx="9144000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851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1031C1-7D07-0EE2-0624-40F8BEF66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Wenn er keine </a:t>
            </a:r>
            <a:r>
              <a:rPr lang="de-AT" dirty="0" err="1"/>
              <a:t>Konfig</a:t>
            </a:r>
            <a:r>
              <a:rPr lang="de-AT" dirty="0"/>
              <a:t> anbietet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A448B8-576A-13BD-EB56-EE532E226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HA neu starten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BFFE60B-B463-5FAE-4AC8-0EC0F87C1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7" y="1988840"/>
            <a:ext cx="7385963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0711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DC33A6-597E-C6BB-B5D5-D6C5392D0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Samba - Test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00FEDF-9E14-47AE-3399-1918D2CC56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9D4473C-C98F-49B6-C669-B2ECFA8A6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2674"/>
            <a:ext cx="9144000" cy="180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854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CAE742-6097-8770-891A-2C5501192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Integration </a:t>
            </a:r>
            <a:r>
              <a:rPr lang="de-AT" dirty="0" err="1"/>
              <a:t>Mqtt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A3C7BC-DB9D-53F9-D78A-556743073D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980728"/>
            <a:ext cx="8207375" cy="4608165"/>
          </a:xfrm>
        </p:spPr>
        <p:txBody>
          <a:bodyPr/>
          <a:lstStyle/>
          <a:p>
            <a:r>
              <a:rPr lang="de-AT" dirty="0"/>
              <a:t>Optional mit Verschlüsselung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E93CAC7-DCD4-EDF2-5A06-48AFCB9FD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31" y="1556792"/>
            <a:ext cx="3515409" cy="448108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ED4286B-D30A-E902-C259-8E40A32E2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215" y="1098822"/>
            <a:ext cx="3724275" cy="437197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8068961-AFE5-BBA9-0B62-C997CA976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871" y="5527716"/>
            <a:ext cx="3086100" cy="119062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71BDC26-6789-AE2D-9C5E-D5B18FCDA9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1647" y="1022617"/>
            <a:ext cx="3856777" cy="452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765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82F4A2-FBB7-4484-0F30-EC9C56EB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Test mit MQTT Explorer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571C60-E6A5-9A21-A7E0-492128EF6D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4EACA87-052E-6254-4FF7-18654171A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438275"/>
            <a:ext cx="704850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414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C4A72A-B8DA-1EDB-93BE-F4A2A3CEA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AddOn</a:t>
            </a:r>
            <a:r>
              <a:rPr lang="de-DE" dirty="0"/>
              <a:t> </a:t>
            </a:r>
            <a:r>
              <a:rPr lang="de-DE" dirty="0" err="1"/>
              <a:t>EspHome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238AB4-AFC7-1F8D-3AA3-F6524D4BCF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87DA15-E395-0A2B-A822-65F789D55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1011"/>
            <a:ext cx="9144000" cy="333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180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709B98-C76F-5C2B-0D21-F2E38CDBD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Protokoll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116719-E06F-AA92-10EC-F243C597E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864B54F-A27F-BB55-0EE6-20D385A87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1242450"/>
            <a:ext cx="9144000" cy="210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5143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426923-C179-BABA-396B-84DB8FC16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Backup erstellen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CB06D3-C995-42E8-7A65-1212D1C9F6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Initial – mit Standard-</a:t>
            </a:r>
            <a:r>
              <a:rPr lang="de-AT"/>
              <a:t>Integrations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F84989B-61A5-0840-6FF1-EEDBBFC76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2075689"/>
            <a:ext cx="6707624" cy="387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1294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4F5AAC-16C6-C095-E9E0-AECF6B24C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Backup auf anderem Gerät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A4FDBF-1577-3060-8311-4EC2B194C5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Unique-</a:t>
            </a:r>
            <a:r>
              <a:rPr lang="de-AT" dirty="0" err="1"/>
              <a:t>Id</a:t>
            </a:r>
            <a:r>
              <a:rPr lang="de-AT" dirty="0"/>
              <a:t> macht Probleme</a:t>
            </a:r>
          </a:p>
          <a:p>
            <a:r>
              <a:rPr lang="de-AT" dirty="0"/>
              <a:t>Einfach Reparatur bestätigen und neu starten oder</a:t>
            </a:r>
          </a:p>
          <a:p>
            <a:r>
              <a:rPr lang="de-AT" dirty="0"/>
              <a:t>SSH-Terminal starten</a:t>
            </a:r>
          </a:p>
          <a:p>
            <a:pPr lvl="1"/>
            <a:r>
              <a:rPr lang="de-AT" dirty="0"/>
              <a:t>cd /</a:t>
            </a:r>
            <a:r>
              <a:rPr lang="de-AT" dirty="0" err="1"/>
              <a:t>config</a:t>
            </a:r>
            <a:r>
              <a:rPr lang="de-AT" dirty="0"/>
              <a:t>/.</a:t>
            </a:r>
            <a:r>
              <a:rPr lang="de-AT" dirty="0" err="1"/>
              <a:t>storage</a:t>
            </a:r>
            <a:endParaRPr lang="de-AT" dirty="0"/>
          </a:p>
          <a:p>
            <a:pPr lvl="1"/>
            <a:r>
              <a:rPr lang="de-AT" dirty="0" err="1"/>
              <a:t>rm</a:t>
            </a:r>
            <a:r>
              <a:rPr lang="de-AT" dirty="0"/>
              <a:t> </a:t>
            </a:r>
            <a:r>
              <a:rPr lang="de-AT" dirty="0" err="1"/>
              <a:t>core.uuid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B4B26CF-21EE-4522-CC14-5FFB58D46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683" y="3789041"/>
            <a:ext cx="6238515" cy="279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6148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41B134-4C59-E3B1-C12E-40F74098F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Nächste Schritte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AE97B2-16B2-4037-21F1-CA55659692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Remote-Zugriff erstellen</a:t>
            </a:r>
          </a:p>
          <a:p>
            <a:pPr lvl="1"/>
            <a:r>
              <a:rPr lang="de-AT" dirty="0"/>
              <a:t>VPN (</a:t>
            </a:r>
            <a:r>
              <a:rPr lang="de-AT" dirty="0" err="1"/>
              <a:t>Wireguard</a:t>
            </a:r>
            <a:r>
              <a:rPr lang="de-AT" dirty="0"/>
              <a:t>)</a:t>
            </a:r>
          </a:p>
          <a:p>
            <a:pPr lvl="1"/>
            <a:r>
              <a:rPr lang="de-AT" dirty="0" err="1"/>
              <a:t>Nginx-ProxyManager</a:t>
            </a:r>
            <a:endParaRPr lang="de-AT" dirty="0"/>
          </a:p>
          <a:p>
            <a:pPr lvl="2"/>
            <a:r>
              <a:rPr lang="en-US" dirty="0"/>
              <a:t>remote_access_nginx_proxy_manager.pptx (2024)</a:t>
            </a:r>
          </a:p>
          <a:p>
            <a:pPr lvl="1"/>
            <a:r>
              <a:rPr lang="en-US" dirty="0"/>
              <a:t>Cloudflare (2026: 03_cloudflare.pptx)</a:t>
            </a:r>
          </a:p>
          <a:p>
            <a:pPr lvl="1"/>
            <a:r>
              <a:rPr lang="en-US" dirty="0"/>
              <a:t>Nabu-Casa Cloud</a:t>
            </a:r>
          </a:p>
          <a:p>
            <a:r>
              <a:rPr lang="en-US" dirty="0"/>
              <a:t>Companion-App </a:t>
            </a:r>
            <a:r>
              <a:rPr lang="en-US" dirty="0" err="1"/>
              <a:t>installieren</a:t>
            </a:r>
            <a:endParaRPr lang="en-US" dirty="0"/>
          </a:p>
          <a:p>
            <a:r>
              <a:rPr lang="en-US" dirty="0"/>
              <a:t>Erste </a:t>
            </a:r>
            <a:r>
              <a:rPr lang="en-US" dirty="0" err="1"/>
              <a:t>Geräte</a:t>
            </a:r>
            <a:r>
              <a:rPr lang="en-US" dirty="0"/>
              <a:t> </a:t>
            </a:r>
            <a:r>
              <a:rPr lang="en-US" dirty="0" err="1"/>
              <a:t>einbinden</a:t>
            </a:r>
            <a:endParaRPr lang="en-US" dirty="0"/>
          </a:p>
          <a:p>
            <a:r>
              <a:rPr lang="en-US" dirty="0" err="1"/>
              <a:t>Oberfläche</a:t>
            </a:r>
            <a:r>
              <a:rPr lang="en-US" dirty="0"/>
              <a:t> </a:t>
            </a:r>
            <a:r>
              <a:rPr lang="en-US" dirty="0" err="1"/>
              <a:t>erzeugen</a:t>
            </a:r>
            <a:r>
              <a:rPr lang="en-US" dirty="0"/>
              <a:t> (</a:t>
            </a:r>
            <a:r>
              <a:rPr lang="en-US" dirty="0" err="1"/>
              <a:t>lassen</a:t>
            </a:r>
            <a:r>
              <a:rPr lang="en-US"/>
              <a:t>)</a:t>
            </a:r>
            <a:endParaRPr lang="en-US" dirty="0"/>
          </a:p>
          <a:p>
            <a:pPr lvl="2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51213879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349</Words>
  <Application>Microsoft Office PowerPoint</Application>
  <PresentationFormat>Bildschirmpräsentation (4:3)</PresentationFormat>
  <Paragraphs>91</Paragraphs>
  <Slides>37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37</vt:i4>
      </vt:variant>
    </vt:vector>
  </HeadingPairs>
  <TitlesOfParts>
    <vt:vector size="42" baseType="lpstr">
      <vt:lpstr>Arial</vt:lpstr>
      <vt:lpstr>Calibri</vt:lpstr>
      <vt:lpstr>Symbol</vt:lpstr>
      <vt:lpstr>Wingdings</vt:lpstr>
      <vt:lpstr>2_Larissa</vt:lpstr>
      <vt:lpstr>Erster Start dauert ca. 20 Minuten</vt:lpstr>
      <vt:lpstr>Backup einspielen</vt:lpstr>
      <vt:lpstr>Benutzer anlegen oder Backup einspielen</vt:lpstr>
      <vt:lpstr>Findet eine Menge Geräte im Netz</vt:lpstr>
      <vt:lpstr>Was über Backup verfügbar ist</vt:lpstr>
      <vt:lpstr>Aktuell verfügbare Geräte</vt:lpstr>
      <vt:lpstr>Erweiterten Modus aktivieren</vt:lpstr>
      <vt:lpstr>Konfiguration</vt:lpstr>
      <vt:lpstr>AddOn-Store - Enable SSH/SFTP</vt:lpstr>
      <vt:lpstr>AddOn wurde zu Apps</vt:lpstr>
      <vt:lpstr>SSH - Überblick</vt:lpstr>
      <vt:lpstr>Config – Benutzer anpassen</vt:lpstr>
      <vt:lpstr>Config überprüfen</vt:lpstr>
      <vt:lpstr>Starten und Aufrufen</vt:lpstr>
      <vt:lpstr>Ergebnis</vt:lpstr>
      <vt:lpstr>Install Home Assistant Community Store</vt:lpstr>
      <vt:lpstr>Script arbeitet problemlos</vt:lpstr>
      <vt:lpstr>HA neu starten</vt:lpstr>
      <vt:lpstr>HA neu starten – Browsercache löschen</vt:lpstr>
      <vt:lpstr>Integration hinzufügen</vt:lpstr>
      <vt:lpstr>Alles bestätigen</vt:lpstr>
      <vt:lpstr>HACS – Integration installieren</vt:lpstr>
      <vt:lpstr>PowerPoint-Präsentation</vt:lpstr>
      <vt:lpstr>HACS zu Bereich System hinzufügen</vt:lpstr>
      <vt:lpstr>VS-Code als Standard-Editor installieren</vt:lpstr>
      <vt:lpstr>Wieder Frenck</vt:lpstr>
      <vt:lpstr>Bearbeitung der Config-Files</vt:lpstr>
      <vt:lpstr>Samba</vt:lpstr>
      <vt:lpstr>Wenn er keine Konfig anbietet</vt:lpstr>
      <vt:lpstr>Samba - Test</vt:lpstr>
      <vt:lpstr>Integration Mqtt</vt:lpstr>
      <vt:lpstr>Test mit MQTT Explorer</vt:lpstr>
      <vt:lpstr>AddOn EspHome</vt:lpstr>
      <vt:lpstr>Protokoll</vt:lpstr>
      <vt:lpstr>Backup erstellen</vt:lpstr>
      <vt:lpstr>Backup auf anderem Gerät installieren</vt:lpstr>
      <vt:lpstr>Nächste Schritte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903</cp:revision>
  <dcterms:created xsi:type="dcterms:W3CDTF">2011-08-18T07:37:01Z</dcterms:created>
  <dcterms:modified xsi:type="dcterms:W3CDTF">2026-03-12T11:21:39Z</dcterms:modified>
</cp:coreProperties>
</file>