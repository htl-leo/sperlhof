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9"/>
  </p:notesMasterIdLst>
  <p:handoutMasterIdLst>
    <p:handoutMasterId r:id="rId10"/>
  </p:handoutMasterIdLst>
  <p:sldIdLst>
    <p:sldId id="1346" r:id="rId2"/>
    <p:sldId id="1339" r:id="rId3"/>
    <p:sldId id="1351" r:id="rId4"/>
    <p:sldId id="1344" r:id="rId5"/>
    <p:sldId id="1350" r:id="rId6"/>
    <p:sldId id="1347" r:id="rId7"/>
    <p:sldId id="1194" r:id="rId8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6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AAD47-FE94-2831-1B17-E718B51B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Matter mit Ikea-Geräten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36215B-0697-8AA8-01BF-7EA72A802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8CD1461-7814-7570-DF35-7D86B22D6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017588"/>
            <a:ext cx="1658830" cy="282282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3A6EAAB-502B-D9A7-2F3D-FA053B998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412776"/>
            <a:ext cx="4316720" cy="372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2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5C2A4-FD0B-7DC4-B5DF-C6E0D48C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LoRa</a:t>
            </a:r>
            <a:r>
              <a:rPr lang="de-AT" dirty="0"/>
              <a:t>-Wifi Gateway - </a:t>
            </a:r>
            <a:r>
              <a:rPr lang="de-AT" dirty="0" err="1"/>
              <a:t>Heltec</a:t>
            </a:r>
            <a:r>
              <a:rPr lang="de-AT" dirty="0"/>
              <a:t> WiFi </a:t>
            </a:r>
            <a:r>
              <a:rPr lang="de-AT" dirty="0" err="1"/>
              <a:t>LoRa</a:t>
            </a:r>
            <a:r>
              <a:rPr lang="de-AT" dirty="0"/>
              <a:t> 32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355E-053A-0F92-981F-BE7CCF8C1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Anbindung weit entfernter Aktoren/Sensoren</a:t>
            </a:r>
          </a:p>
          <a:p>
            <a:pPr lvl="1"/>
            <a:r>
              <a:rPr lang="de-AT" dirty="0"/>
              <a:t>Bis zu einem Kilometer</a:t>
            </a:r>
          </a:p>
          <a:p>
            <a:r>
              <a:rPr lang="de-AT" dirty="0"/>
              <a:t>Nur mit Antenne betreiben </a:t>
            </a:r>
            <a:r>
              <a:rPr lang="de-AT" dirty="0">
                <a:sym typeface="Wingdings" panose="05000000000000000000" pitchFamily="2" charset="2"/>
              </a:rPr>
              <a:t> Senden ohne Antenne kann </a:t>
            </a:r>
            <a:r>
              <a:rPr lang="de-AT" dirty="0" err="1">
                <a:sym typeface="Wingdings" panose="05000000000000000000" pitchFamily="2" charset="2"/>
              </a:rPr>
              <a:t>LoRa</a:t>
            </a:r>
            <a:r>
              <a:rPr lang="de-AT" dirty="0">
                <a:sym typeface="Wingdings" panose="05000000000000000000" pitchFamily="2" charset="2"/>
              </a:rPr>
              <a:t>-Chip beschädigen</a:t>
            </a:r>
          </a:p>
          <a:p>
            <a:r>
              <a:rPr lang="de-AT" dirty="0" err="1">
                <a:sym typeface="Wingdings" panose="05000000000000000000" pitchFamily="2" charset="2"/>
              </a:rPr>
              <a:t>EspHome</a:t>
            </a:r>
            <a:r>
              <a:rPr lang="de-AT" dirty="0">
                <a:sym typeface="Wingdings" panose="05000000000000000000" pitchFamily="2" charset="2"/>
              </a:rPr>
              <a:t>-kompatibel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1735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8A4A7-E791-44DF-9E86-B3F76D90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Jede Menge ZigBee-Sensoren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E97596-D716-45E1-7F28-1A912BC17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Plugs</a:t>
            </a:r>
            <a:r>
              <a:rPr lang="de-DE" dirty="0"/>
              <a:t>, Switches</a:t>
            </a:r>
          </a:p>
          <a:p>
            <a:r>
              <a:rPr lang="de-DE" dirty="0" err="1"/>
              <a:t>Coordinators</a:t>
            </a:r>
            <a:endParaRPr lang="de-DE" dirty="0"/>
          </a:p>
          <a:p>
            <a:r>
              <a:rPr lang="de-AT" dirty="0" err="1"/>
              <a:t>Lecksensoren</a:t>
            </a:r>
            <a:endParaRPr lang="de-AT" dirty="0"/>
          </a:p>
          <a:p>
            <a:r>
              <a:rPr lang="de-AT" dirty="0"/>
              <a:t>Pflanzensensoren …</a:t>
            </a:r>
          </a:p>
        </p:txBody>
      </p:sp>
    </p:spTree>
    <p:extLst>
      <p:ext uri="{BB962C8B-B14F-4D97-AF65-F5344CB8AC3E}">
        <p14:creationId xmlns:p14="http://schemas.microsoft.com/office/powerpoint/2010/main" val="264356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D401F-E8F0-13EE-904E-E9606407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Verschiedene Presence-Sensoren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050BB9-4CB7-BC21-5FE6-A5F2F5E48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039CA1-CFDF-8B48-7A06-DABB1C1E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29419"/>
            <a:ext cx="90678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68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5445C6-4F85-CD96-1EA9-5F2C8CE4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Versuche mit </a:t>
            </a:r>
            <a:r>
              <a:rPr lang="de-AT" dirty="0" err="1"/>
              <a:t>Ollama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15BFF7-F4B7-7CE6-2F9B-631C2B93A4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Test verschiedener Modelle, abhängig von der GPU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54038B-DFA3-A11D-EF1A-20F3C6FF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716" y="2060848"/>
            <a:ext cx="5112568" cy="448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7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A98A97-5A34-6478-BB0D-B189AF7D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Spezielle Sensoren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32C934-1E83-B937-397E-94B01B7D0E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Air-Quality-Sensor BME688/BME680 (Bosch)</a:t>
            </a:r>
          </a:p>
          <a:p>
            <a:pPr lvl="1"/>
            <a:r>
              <a:rPr lang="de-AT" dirty="0"/>
              <a:t>BME280</a:t>
            </a:r>
          </a:p>
          <a:p>
            <a:r>
              <a:rPr lang="de-AT" dirty="0"/>
              <a:t>I2S-Micro</a:t>
            </a:r>
          </a:p>
          <a:p>
            <a:r>
              <a:rPr lang="de-AT" dirty="0"/>
              <a:t>ESP32-S3-Zero</a:t>
            </a:r>
          </a:p>
          <a:p>
            <a:r>
              <a:rPr lang="de-AT" dirty="0"/>
              <a:t>Luxmeter TSL2591</a:t>
            </a:r>
          </a:p>
          <a:p>
            <a:r>
              <a:rPr lang="de-AT" dirty="0"/>
              <a:t>CO2-Sensor SCD40</a:t>
            </a:r>
          </a:p>
          <a:p>
            <a:r>
              <a:rPr lang="de-AT" dirty="0"/>
              <a:t>OLED-Displays</a:t>
            </a:r>
          </a:p>
          <a:p>
            <a:r>
              <a:rPr lang="de-AT" dirty="0"/>
              <a:t>Loca Smart-Tag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1745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893D1C-EEDE-B292-EB69-570ADE8C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VOIP – Assist mit </a:t>
            </a:r>
            <a:r>
              <a:rPr lang="de-AT" dirty="0" err="1"/>
              <a:t>GrandStream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37D6E-B163-F792-071E-87D17CF815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1538EF-4359-CABC-027F-D97152A8B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14" y="1124744"/>
            <a:ext cx="6372572" cy="547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5225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</Words>
  <Application>Microsoft Office PowerPoint</Application>
  <PresentationFormat>Bildschirmpräsentation 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Symbol</vt:lpstr>
      <vt:lpstr>Wingdings</vt:lpstr>
      <vt:lpstr>2_Larissa</vt:lpstr>
      <vt:lpstr>Matter mit Ikea-Geräten</vt:lpstr>
      <vt:lpstr>LoRa-Wifi Gateway - Heltec WiFi LoRa 32 </vt:lpstr>
      <vt:lpstr>Jede Menge ZigBee-Sensoren</vt:lpstr>
      <vt:lpstr>Verschiedene Presence-Sensoren</vt:lpstr>
      <vt:lpstr>Versuche mit Ollama</vt:lpstr>
      <vt:lpstr>Spezielle Sensoren</vt:lpstr>
      <vt:lpstr>VOIP – Assist mit GrandStream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906</cp:revision>
  <dcterms:created xsi:type="dcterms:W3CDTF">2011-08-18T07:37:01Z</dcterms:created>
  <dcterms:modified xsi:type="dcterms:W3CDTF">2026-03-22T13:46:27Z</dcterms:modified>
</cp:coreProperties>
</file>