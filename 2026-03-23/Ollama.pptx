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1"/>
  </p:sldMasterIdLst>
  <p:notesMasterIdLst>
    <p:notesMasterId r:id="rId37"/>
  </p:notesMasterIdLst>
  <p:handoutMasterIdLst>
    <p:handoutMasterId r:id="rId38"/>
  </p:handoutMasterIdLst>
  <p:sldIdLst>
    <p:sldId id="1344" r:id="rId2"/>
    <p:sldId id="1339" r:id="rId3"/>
    <p:sldId id="1343" r:id="rId4"/>
    <p:sldId id="1348" r:id="rId5"/>
    <p:sldId id="1350" r:id="rId6"/>
    <p:sldId id="1349" r:id="rId7"/>
    <p:sldId id="1351" r:id="rId8"/>
    <p:sldId id="1357" r:id="rId9"/>
    <p:sldId id="1358" r:id="rId10"/>
    <p:sldId id="1362" r:id="rId11"/>
    <p:sldId id="1355" r:id="rId12"/>
    <p:sldId id="1356" r:id="rId13"/>
    <p:sldId id="1352" r:id="rId14"/>
    <p:sldId id="1359" r:id="rId15"/>
    <p:sldId id="1360" r:id="rId16"/>
    <p:sldId id="1361" r:id="rId17"/>
    <p:sldId id="1363" r:id="rId18"/>
    <p:sldId id="1364" r:id="rId19"/>
    <p:sldId id="1366" r:id="rId20"/>
    <p:sldId id="1365" r:id="rId21"/>
    <p:sldId id="1367" r:id="rId22"/>
    <p:sldId id="1368" r:id="rId23"/>
    <p:sldId id="1369" r:id="rId24"/>
    <p:sldId id="1372" r:id="rId25"/>
    <p:sldId id="1374" r:id="rId26"/>
    <p:sldId id="1375" r:id="rId27"/>
    <p:sldId id="1376" r:id="rId28"/>
    <p:sldId id="1373" r:id="rId29"/>
    <p:sldId id="1370" r:id="rId30"/>
    <p:sldId id="1371" r:id="rId31"/>
    <p:sldId id="1345" r:id="rId32"/>
    <p:sldId id="1346" r:id="rId33"/>
    <p:sldId id="1347" r:id="rId34"/>
    <p:sldId id="1353" r:id="rId35"/>
    <p:sldId id="1354" r:id="rId36"/>
  </p:sldIdLst>
  <p:sldSz cx="9144000" cy="6858000" type="screen4x3"/>
  <p:notesSz cx="6797675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0000"/>
    <a:srgbClr val="FFAA01"/>
    <a:srgbClr val="F99707"/>
    <a:srgbClr val="FCB504"/>
    <a:srgbClr val="B52217"/>
    <a:srgbClr val="960000"/>
    <a:srgbClr val="A40000"/>
    <a:srgbClr val="D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2353" autoAdjust="0"/>
  </p:normalViewPr>
  <p:slideViewPr>
    <p:cSldViewPr>
      <p:cViewPr varScale="1">
        <p:scale>
          <a:sx n="87" d="100"/>
          <a:sy n="87" d="100"/>
        </p:scale>
        <p:origin x="2202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322"/>
    </p:cViewPr>
  </p:sorterViewPr>
  <p:notesViewPr>
    <p:cSldViewPr>
      <p:cViewPr varScale="1">
        <p:scale>
          <a:sx n="81" d="100"/>
          <a:sy n="81" d="100"/>
        </p:scale>
        <p:origin x="-2844" y="-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7F52D72-ED1D-48E3-B38D-D27DF71D5328}" type="datetimeFigureOut">
              <a:rPr lang="de-AT"/>
              <a:pPr>
                <a:defRPr/>
              </a:pPr>
              <a:t>28.02.2026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B8876E5-8CB2-488D-BB52-3FDCCA373F31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4803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3163736-15EA-4775-815E-DDF88F21B7ED}" type="datetimeFigureOut">
              <a:rPr lang="de-AT"/>
              <a:pPr>
                <a:defRPr/>
              </a:pPr>
              <a:t>28.02.2026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AT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6EAC6C9-0F3A-40E0-896B-88DE66496CB5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1234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 err="1"/>
              <a:t>netstat</a:t>
            </a:r>
            <a:r>
              <a:rPr lang="de-AT" dirty="0"/>
              <a:t> -</a:t>
            </a:r>
            <a:r>
              <a:rPr lang="de-AT" dirty="0" err="1"/>
              <a:t>ano</a:t>
            </a:r>
            <a:r>
              <a:rPr lang="de-AT" dirty="0"/>
              <a:t> | </a:t>
            </a:r>
            <a:r>
              <a:rPr lang="de-AT" dirty="0" err="1"/>
              <a:t>findstr</a:t>
            </a:r>
            <a:r>
              <a:rPr lang="de-AT" dirty="0"/>
              <a:t> :11434</a:t>
            </a:r>
          </a:p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EAC6C9-0F3A-40E0-896B-88DE66496CB5}" type="slidenum">
              <a:rPr lang="de-AT" smtClean="0"/>
              <a:pPr>
                <a:defRPr/>
              </a:pPr>
              <a:t>8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70872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 err="1"/>
              <a:t>taskkill</a:t>
            </a:r>
            <a:r>
              <a:rPr lang="de-AT" dirty="0"/>
              <a:t> /F /PID 9336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EAC6C9-0F3A-40E0-896B-88DE66496CB5}" type="slidenum">
              <a:rPr lang="de-AT" smtClean="0"/>
              <a:pPr>
                <a:defRPr/>
              </a:pPr>
              <a:t>9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18439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/>
              <a:t>$</a:t>
            </a:r>
            <a:r>
              <a:rPr lang="de-AT" dirty="0" err="1"/>
              <a:t>env:OLLAMA_HOST</a:t>
            </a:r>
            <a:r>
              <a:rPr lang="de-AT" dirty="0"/>
              <a:t> = "0.0.0.0"</a:t>
            </a:r>
          </a:p>
          <a:p>
            <a:r>
              <a:rPr lang="de-AT" dirty="0" err="1"/>
              <a:t>ollama</a:t>
            </a:r>
            <a:r>
              <a:rPr lang="de-AT" dirty="0"/>
              <a:t> </a:t>
            </a:r>
            <a:r>
              <a:rPr lang="de-AT" dirty="0" err="1"/>
              <a:t>serve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EAC6C9-0F3A-40E0-896B-88DE66496CB5}" type="slidenum">
              <a:rPr lang="de-AT" smtClean="0"/>
              <a:pPr>
                <a:defRPr/>
              </a:pPr>
              <a:t>10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89497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C5A4FFB9-E613-43CD-964A-AE1E9E6225EE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F7B8AB-AD0B-A387-0E26-18E769E31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EC1B93-E2E3-6FE6-7F28-9178B6E0D6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2BC0D3E-FAFB-1E27-59F6-FEFC1D765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1124744"/>
            <a:ext cx="6192688" cy="5429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175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45C2A4-FD0B-7DC4-B5DF-C6E0D48C6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EB0355E-053A-0F92-981F-BE7CCF8C10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B62DC2F-B878-8560-7CD0-1EEE54582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006330"/>
            <a:ext cx="7920880" cy="501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355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A430B8-04A2-D134-6697-5A362C8C2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Installation unter Windows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4A44E74-AFC2-9233-2F23-8C9543DED8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0FD3654-0A8E-6B7F-A82D-65DF7003B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352" y="1052736"/>
            <a:ext cx="6871295" cy="5247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907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AAAAD6-B506-C1AC-78EF-E9B743D47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Nutzung der Grafikkarte vor </a:t>
            </a:r>
            <a:r>
              <a:rPr lang="de-AT" dirty="0" err="1"/>
              <a:t>Ollama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C8F1121-D2A2-6569-F601-6556A830D2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2677B78-88D4-876C-46A4-8FEE1CBE1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159" y="1234133"/>
            <a:ext cx="6939682" cy="5219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010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21747E-C405-109C-B042-1F2376BD4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HA Zugang ermöglichen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2B1D459-8E1E-8B7F-ACBC-B535CC87CD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38A248E-3E60-3ECE-5786-F34535B99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1124744"/>
            <a:ext cx="6618312" cy="526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084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AF02E8-D37E-F005-08A6-B7362581A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sz="2400" dirty="0"/>
              <a:t>App im Vordergrund, </a:t>
            </a:r>
            <a:r>
              <a:rPr lang="de-AT" sz="2400" dirty="0" err="1"/>
              <a:t>Ollama</a:t>
            </a:r>
            <a:r>
              <a:rPr lang="de-AT" sz="2400" dirty="0"/>
              <a:t> selbst im Hintergrund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6FA31C9-59AF-DBCB-CB3A-BD185AE72B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C8F8847-E0E0-10C1-4F87-5A68647CA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12" y="1628800"/>
            <a:ext cx="8715375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044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C2D959-7333-70C6-DE11-D23B3831D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Test, ob </a:t>
            </a:r>
            <a:r>
              <a:rPr lang="de-AT" dirty="0" err="1"/>
              <a:t>Ollama</a:t>
            </a:r>
            <a:r>
              <a:rPr lang="de-AT" dirty="0"/>
              <a:t> läuft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D329B35-B444-98C4-C656-96E0DF08CA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Terminal </a:t>
            </a:r>
          </a:p>
          <a:p>
            <a:endParaRPr lang="de-AT" dirty="0"/>
          </a:p>
          <a:p>
            <a:endParaRPr lang="de-AT" dirty="0"/>
          </a:p>
          <a:p>
            <a:endParaRPr lang="de-AT" dirty="0"/>
          </a:p>
          <a:p>
            <a:endParaRPr lang="de-AT" dirty="0"/>
          </a:p>
          <a:p>
            <a:r>
              <a:rPr lang="de-AT" dirty="0"/>
              <a:t>Web</a:t>
            </a:r>
          </a:p>
          <a:p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CDCF98A-D6C8-D649-BA6A-5D0F9E224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63" y="1916832"/>
            <a:ext cx="7905720" cy="100811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E2EF300C-8294-13EA-BB98-5C9DF818D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662" y="4378539"/>
            <a:ext cx="7105953" cy="1714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793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BBD4BA-CD65-5817-BEEF-5245726A2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Wenn </a:t>
            </a:r>
            <a:r>
              <a:rPr lang="de-AT" dirty="0" err="1"/>
              <a:t>OLLama</a:t>
            </a:r>
            <a:r>
              <a:rPr lang="de-AT" dirty="0"/>
              <a:t> zickt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14C8D25-C58D-1C95-6A3F-02E50C253C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Port freimachen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25BD45C-D1E8-F641-1271-32926E866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988840"/>
            <a:ext cx="7067550" cy="22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343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2F38E8-7EE7-7B1A-DB76-9DD8A34DC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Störende Tasks killen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03D44CA-BDD1-B7C0-401B-EFEE1236BB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 err="1"/>
              <a:t>taskkill</a:t>
            </a:r>
            <a:r>
              <a:rPr lang="de-AT" dirty="0"/>
              <a:t> /F /PID 9336</a:t>
            </a:r>
          </a:p>
          <a:p>
            <a:r>
              <a:rPr lang="de-AT" dirty="0" err="1"/>
              <a:t>Ollama</a:t>
            </a:r>
            <a:r>
              <a:rPr lang="de-AT" dirty="0"/>
              <a:t> startet sich wieder neu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CA9C480-EA3D-28DE-78F8-A0653816A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713" y="2636912"/>
            <a:ext cx="8229600" cy="35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788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4C815B-F1BF-BF25-615A-64D76F245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Ollama</a:t>
            </a:r>
            <a:r>
              <a:rPr lang="de-AT" dirty="0"/>
              <a:t> händisch starten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41E3806-4127-21B8-61C1-68D9FE1A6E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$</a:t>
            </a:r>
            <a:r>
              <a:rPr lang="de-AT" dirty="0" err="1"/>
              <a:t>env:OLLAMA_HOST</a:t>
            </a:r>
            <a:r>
              <a:rPr lang="de-AT" dirty="0"/>
              <a:t> = "0.0.0.0"</a:t>
            </a:r>
          </a:p>
          <a:p>
            <a:r>
              <a:rPr lang="de-AT" dirty="0" err="1"/>
              <a:t>ollama</a:t>
            </a:r>
            <a:r>
              <a:rPr lang="de-AT" dirty="0"/>
              <a:t> </a:t>
            </a:r>
            <a:r>
              <a:rPr lang="de-AT" dirty="0" err="1"/>
              <a:t>serve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116165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0DF4AB-5FE2-F3AF-7312-AB22D23A2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Model herunterladen und starten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8F8B5BB-6603-B53F-C849-818DDD282F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7504" y="1124744"/>
            <a:ext cx="8207375" cy="4608165"/>
          </a:xfrm>
        </p:spPr>
        <p:txBody>
          <a:bodyPr/>
          <a:lstStyle/>
          <a:p>
            <a:r>
              <a:rPr lang="de-AT" dirty="0"/>
              <a:t>Modell passend zu den Ressourcen wählen</a:t>
            </a:r>
          </a:p>
          <a:p>
            <a:pPr lvl="1"/>
            <a:r>
              <a:rPr lang="de-AT" dirty="0"/>
              <a:t>4GB VRAM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2D74E34-6148-4E1F-C470-B56B6585D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808" y="2267744"/>
            <a:ext cx="8028384" cy="154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308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2CB587-EEFB-FE7B-5239-2B300B1FC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Recht schlau ist es nicht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CBC22ED-1373-872B-128D-54C2A7A2AF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BC3C46E-969D-CD57-E8D0-90ED081E5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3234"/>
            <a:ext cx="9144000" cy="2115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252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2193DC-E5DC-25BE-481C-8F307F944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Von HA aus zugreifbar machen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8B334A7-6425-82CA-7D9F-7C0E58945B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Suche im Startmenü nach </a:t>
            </a:r>
            <a:r>
              <a:rPr lang="de-DE" b="1" dirty="0"/>
              <a:t>"Umgebungsvariablen für dieses Konto bearbeiten"</a:t>
            </a:r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78FF0A8-4BB5-1B78-4331-D52F0971E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2394575"/>
            <a:ext cx="7380079" cy="3456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2651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EC7E31-0CA7-D1D7-7257-3F368CC6B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HA – Integration </a:t>
            </a:r>
            <a:r>
              <a:rPr lang="de-AT" dirty="0" err="1"/>
              <a:t>Ollama</a:t>
            </a:r>
            <a:r>
              <a:rPr lang="de-AT" dirty="0"/>
              <a:t> installieren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0EB4B57-49A2-BE0F-3DA8-1CA50B286D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969CD01-D0AE-691C-3DE8-509A8D6DE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1282514"/>
            <a:ext cx="5963023" cy="3065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2902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50623C-F0EB-D869-AF08-7EAAE9E3E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IP des PC verwenden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3601688-0B03-B325-76EC-9B50246518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3B92290-0970-9A6F-7613-192FD23F0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1263667"/>
            <a:ext cx="5472608" cy="314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9830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986F2D-4D22-1DF1-E5DA-746F8B065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Kommt vor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68233B9-B45B-1FAB-1708-68A9FC6096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 err="1"/>
              <a:t>Ollama</a:t>
            </a:r>
            <a:r>
              <a:rPr lang="de-AT" dirty="0"/>
              <a:t> händisch gestartet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D9017DC-AC07-D6C4-EE97-62A029C65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204864"/>
            <a:ext cx="3810000" cy="2809875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7E47A73A-7663-60A5-910B-288FFEEAE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52" y="2204864"/>
            <a:ext cx="4952634" cy="23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4607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C2E9EC-0548-99B1-02AF-5B6604695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AI-Task konfigurieren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F849E11-A60A-0888-A6F8-47C156F06A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9AD13E2-1E0F-BF10-D937-0F48B0F4C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1295454"/>
            <a:ext cx="5118815" cy="5406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7097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65E66F-6192-8CF1-2833-7C340AE41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In HA testen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73D4038-863F-8519-8554-D6F5096F89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FF835FD-1A11-6B09-BA74-5290E1864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704" y="1249930"/>
            <a:ext cx="9144000" cy="2772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1474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51DC08-BD71-AAAA-A7D8-B8FA7FC1B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25413"/>
            <a:ext cx="8229600" cy="1143000"/>
          </a:xfrm>
        </p:spPr>
        <p:txBody>
          <a:bodyPr/>
          <a:lstStyle/>
          <a:p>
            <a:r>
              <a:rPr lang="de-AT" dirty="0"/>
              <a:t>Gleiche Aufgabe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EA9BC37-1270-2A6C-701B-D2B8ECA1A5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72729D5-8BAF-FF6F-3A52-AF3A2F13F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1075"/>
            <a:ext cx="9144000" cy="543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2953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D3FD45-0A1B-BD17-9295-A5B23C4E8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Kein Geografie-Spezialist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751A4DB-D6D1-9BA2-F3C2-CA382314C7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65C82DF-11AC-D352-77DD-D8C5A1AB7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810" y="1484784"/>
            <a:ext cx="6368380" cy="5083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1458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719905-DC83-EA8B-902D-CFBE8B34E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Conversation</a:t>
            </a:r>
            <a:r>
              <a:rPr lang="de-AT" dirty="0"/>
              <a:t> Agent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EFCA8F1-C47B-3D7D-1928-FBACC1AB11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Prompt vernünftig konfigurieren</a:t>
            </a:r>
          </a:p>
          <a:p>
            <a:pPr lvl="1"/>
            <a:r>
              <a:rPr lang="de-AT" dirty="0"/>
              <a:t>Kleines LLM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527388C-DA37-678A-9538-04EC9CEE3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2360017"/>
            <a:ext cx="3198568" cy="436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5476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F1C474-0C2E-BE31-51B4-671DC3DCD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Assist vorläufig ohne Audio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1187E74-252D-D4C4-1E0F-6D29CDBE0A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5139AC5-0D68-2B4A-3E5C-086B28CEE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014" y="1032760"/>
            <a:ext cx="4026170" cy="5825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8407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F3A98C-2D80-AAFD-ADC8-8C7F97056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Einfache Texte versteht er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48BEDB3-0C4C-AE4F-A1E0-17E4FA8461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5CFD8BA-1D22-F505-02BE-87E70A7BF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625" y="1190625"/>
            <a:ext cx="447675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2907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04FE07-42F8-A95E-C99D-E31EB87EC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Check der Abfragen in der CLI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E2CEC66-AABF-DE51-86E7-28ABA2B6D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AE5D115-B4FF-21CF-70B4-46AC44E9E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64" y="1621640"/>
            <a:ext cx="8820472" cy="2009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0240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0C8685-CABF-8FDE-FFDD-60B9575BA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GPU arbeitet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C553F4B-435D-FD8D-B704-1710C6628A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860BFD0-B867-A3A2-4140-2FDD4DA16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981075"/>
            <a:ext cx="6823670" cy="5628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4848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D7D6E5-6AF1-8DA9-FC2D-0ED5CFB2E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CPU ist gering belastet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F7E6FF2-8F86-476C-0582-34E7BFED08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6B0D116-A73A-7D1C-AEB1-D10CD1357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950312"/>
            <a:ext cx="6699275" cy="5469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1125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234E58-8E05-3548-4AEC-97A937212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Gerät schnell an seine Grenzen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67DF73-D5EF-2590-F199-66775C4135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982220B-538B-A6C6-D97C-4975E36B9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037" y="1071562"/>
            <a:ext cx="4733925" cy="471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0022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A4B851-F0FB-971B-DCB1-757DA822A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Vergleich mit OpenAI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65A8C7C-017D-0D60-1251-9BC6362F5A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959777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3DEEA0-3957-8FA6-4B16-5B6820634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ADC055-9C20-E476-0AC1-F914FC3645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443658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949B9F-DE83-6102-5586-8631C95DF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A2444E2-0E07-C885-5B0D-259306008C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704216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EF0A64-D58E-A45E-D1A4-DB20ACCF4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129B722-0125-6817-C64D-37AA8BB68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493183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5F4D20-336B-4E45-C8D7-94328B6CA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Troubleshooting – </a:t>
            </a:r>
            <a:r>
              <a:rPr lang="de-AT" dirty="0" err="1"/>
              <a:t>Ollama</a:t>
            </a:r>
            <a:r>
              <a:rPr lang="de-AT" dirty="0"/>
              <a:t> reagiert nicht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9362CAF-6A03-E9D1-A6ED-A4881A1137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F660C66-9EDA-432B-70F0-9BE0DFEEB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268412"/>
            <a:ext cx="9083306" cy="4176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1867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44363C-97BF-0DBA-3361-A80016861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A537B7E-EE3B-7D31-2698-AD74815667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F961AC0-008F-D1F7-B89F-FC6709114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56" y="1245150"/>
            <a:ext cx="8640960" cy="315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1977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4FDE56-8169-DB5C-752D-FABF3CBAF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DD55D65-4938-B160-FA92-38459E5DEB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683627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8F1D9B-31E3-A3B9-E2F2-A6FEFE685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2DEE2A-ACF3-F53D-97AE-8A008C6017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77245356"/>
      </p:ext>
    </p:extLst>
  </p:cSld>
  <p:clrMapOvr>
    <a:masterClrMapping/>
  </p:clrMapOvr>
</p:sld>
</file>

<file path=ppt/theme/theme1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184</Words>
  <Application>Microsoft Office PowerPoint</Application>
  <PresentationFormat>Bildschirmpräsentation (4:3)</PresentationFormat>
  <Paragraphs>51</Paragraphs>
  <Slides>35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35</vt:i4>
      </vt:variant>
    </vt:vector>
  </HeadingPairs>
  <TitlesOfParts>
    <vt:vector size="40" baseType="lpstr">
      <vt:lpstr>Arial</vt:lpstr>
      <vt:lpstr>Calibri</vt:lpstr>
      <vt:lpstr>Symbol</vt:lpstr>
      <vt:lpstr>Wingdings</vt:lpstr>
      <vt:lpstr>2_Larissa</vt:lpstr>
      <vt:lpstr>PowerPoint-Präsentation</vt:lpstr>
      <vt:lpstr>PowerPoint-Präsentation</vt:lpstr>
      <vt:lpstr>Installation unter Windows</vt:lpstr>
      <vt:lpstr>Nutzung der Grafikkarte vor Ollama</vt:lpstr>
      <vt:lpstr>HA Zugang ermöglichen</vt:lpstr>
      <vt:lpstr>App im Vordergrund, Ollama selbst im Hintergrund</vt:lpstr>
      <vt:lpstr>Test, ob Ollama läuft</vt:lpstr>
      <vt:lpstr>Wenn OLLama zickt</vt:lpstr>
      <vt:lpstr>Störende Tasks killen</vt:lpstr>
      <vt:lpstr>Ollama händisch starten</vt:lpstr>
      <vt:lpstr>Model herunterladen und starten</vt:lpstr>
      <vt:lpstr>Recht schlau ist es nicht</vt:lpstr>
      <vt:lpstr>Von HA aus zugreifbar machen</vt:lpstr>
      <vt:lpstr>HA – Integration Ollama installieren</vt:lpstr>
      <vt:lpstr>IP des PC verwenden</vt:lpstr>
      <vt:lpstr>Kommt vor</vt:lpstr>
      <vt:lpstr>AI-Task konfigurieren</vt:lpstr>
      <vt:lpstr>In HA testen</vt:lpstr>
      <vt:lpstr>Gleiche Aufgabe</vt:lpstr>
      <vt:lpstr>Kein Geografie-Spezialist</vt:lpstr>
      <vt:lpstr>Conversation Agent</vt:lpstr>
      <vt:lpstr>Assist vorläufig ohne Audio</vt:lpstr>
      <vt:lpstr>Einfache Texte versteht er</vt:lpstr>
      <vt:lpstr>Check der Abfragen in der CLI</vt:lpstr>
      <vt:lpstr>GPU arbeitet</vt:lpstr>
      <vt:lpstr>CPU ist gering belastet</vt:lpstr>
      <vt:lpstr>Gerät schnell an seine Grenzen</vt:lpstr>
      <vt:lpstr>Vergleich mit OpenAI</vt:lpstr>
      <vt:lpstr>PowerPoint-Präsentation</vt:lpstr>
      <vt:lpstr>PowerPoint-Präsentation</vt:lpstr>
      <vt:lpstr>PowerPoint-Präsentation</vt:lpstr>
      <vt:lpstr>Troubleshooting – Ollama reagiert nicht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Köck</dc:creator>
  <cp:lastModifiedBy>Gerald Köck</cp:lastModifiedBy>
  <cp:revision>907</cp:revision>
  <dcterms:created xsi:type="dcterms:W3CDTF">2011-08-18T07:37:01Z</dcterms:created>
  <dcterms:modified xsi:type="dcterms:W3CDTF">2026-03-01T08:15:41Z</dcterms:modified>
</cp:coreProperties>
</file>