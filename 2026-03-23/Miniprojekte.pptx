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12"/>
  </p:notesMasterIdLst>
  <p:handoutMasterIdLst>
    <p:handoutMasterId r:id="rId13"/>
  </p:handoutMasterIdLst>
  <p:sldIdLst>
    <p:sldId id="1339" r:id="rId2"/>
    <p:sldId id="1344" r:id="rId3"/>
    <p:sldId id="1343" r:id="rId4"/>
    <p:sldId id="1345" r:id="rId5"/>
    <p:sldId id="1350" r:id="rId6"/>
    <p:sldId id="1351" r:id="rId7"/>
    <p:sldId id="1347" r:id="rId8"/>
    <p:sldId id="1348" r:id="rId9"/>
    <p:sldId id="1349" r:id="rId10"/>
    <p:sldId id="1346" r:id="rId11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6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01.03.2026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01.03.2026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5C2A4-FD0B-7DC4-B5DF-C6E0D48C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LoRa</a:t>
            </a:r>
            <a:r>
              <a:rPr lang="de-AT" dirty="0"/>
              <a:t>-Wifi Gateway - </a:t>
            </a:r>
            <a:r>
              <a:rPr lang="de-AT" dirty="0" err="1"/>
              <a:t>Heltec</a:t>
            </a:r>
            <a:r>
              <a:rPr lang="de-AT" dirty="0"/>
              <a:t> WiFi </a:t>
            </a:r>
            <a:r>
              <a:rPr lang="de-AT" dirty="0" err="1"/>
              <a:t>LoRa</a:t>
            </a:r>
            <a:r>
              <a:rPr lang="de-AT" dirty="0"/>
              <a:t> 32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B0355E-053A-0F92-981F-BE7CCF8C10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Anbindung weit entfernter Aktoren/Sensoren</a:t>
            </a:r>
          </a:p>
          <a:p>
            <a:pPr lvl="1"/>
            <a:r>
              <a:rPr lang="de-AT" dirty="0"/>
              <a:t>Bis zu einem Kilometer</a:t>
            </a:r>
          </a:p>
          <a:p>
            <a:r>
              <a:rPr lang="de-AT" dirty="0"/>
              <a:t>Nur mit Antenne betreiben </a:t>
            </a:r>
            <a:r>
              <a:rPr lang="de-AT" dirty="0">
                <a:sym typeface="Wingdings" panose="05000000000000000000" pitchFamily="2" charset="2"/>
              </a:rPr>
              <a:t> Senden ohne Antenne kann </a:t>
            </a:r>
            <a:r>
              <a:rPr lang="de-AT" dirty="0" err="1">
                <a:sym typeface="Wingdings" panose="05000000000000000000" pitchFamily="2" charset="2"/>
              </a:rPr>
              <a:t>LoRa</a:t>
            </a:r>
            <a:r>
              <a:rPr lang="de-AT" dirty="0">
                <a:sym typeface="Wingdings" panose="05000000000000000000" pitchFamily="2" charset="2"/>
              </a:rPr>
              <a:t>-Chip beschädigen</a:t>
            </a:r>
          </a:p>
          <a:p>
            <a:r>
              <a:rPr lang="de-AT" dirty="0" err="1">
                <a:sym typeface="Wingdings" panose="05000000000000000000" pitchFamily="2" charset="2"/>
              </a:rPr>
              <a:t>EspHome</a:t>
            </a:r>
            <a:r>
              <a:rPr lang="de-AT" dirty="0">
                <a:sym typeface="Wingdings" panose="05000000000000000000" pitchFamily="2" charset="2"/>
              </a:rPr>
              <a:t>-kompatibel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1735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D401F-E8F0-13EE-904E-E9606407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Verschiedene Presence-Sensoren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050BB9-4CB7-BC21-5FE6-A5F2F5E481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35768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E81EC6-F64A-5A62-2BC5-412E5CA2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Sprachsteuerung über Telefon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5DF4B3-A133-3C95-24E6-7300BEAF1A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VoIP-Gateway mit analogem Telefon</a:t>
            </a:r>
          </a:p>
          <a:p>
            <a:r>
              <a:rPr lang="de-AT" dirty="0"/>
              <a:t>Sprachbefehle zur Steuerung von Geräten</a:t>
            </a:r>
          </a:p>
        </p:txBody>
      </p:sp>
    </p:spTree>
    <p:extLst>
      <p:ext uri="{BB962C8B-B14F-4D97-AF65-F5344CB8AC3E}">
        <p14:creationId xmlns:p14="http://schemas.microsoft.com/office/powerpoint/2010/main" val="153121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59466D-7690-E90B-6994-B0A784E8D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Sensoren über SDR rtl_433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1E2FEC-2B20-4524-B957-019BA6AACC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7309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5445C6-4F85-CD96-1EA9-5F2C8CE4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Versuche mit </a:t>
            </a:r>
            <a:r>
              <a:rPr lang="de-AT" dirty="0" err="1"/>
              <a:t>Ollama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15BFF7-F4B7-7CE6-2F9B-631C2B93A4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Test verschiedener Modelle, abhängig von der GPU</a:t>
            </a:r>
          </a:p>
        </p:txBody>
      </p:sp>
    </p:spTree>
    <p:extLst>
      <p:ext uri="{BB962C8B-B14F-4D97-AF65-F5344CB8AC3E}">
        <p14:creationId xmlns:p14="http://schemas.microsoft.com/office/powerpoint/2010/main" val="2635973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34D8B1-547F-7ADF-5248-B389EFC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A7E513-35D8-79ED-7133-AB8AD97130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91597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A98A97-5A34-6478-BB0D-B189AF7DE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Spezielle Sensoren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32C934-1E83-B937-397E-94B01B7D0E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Air-Quality-Sensor BME688/BME680 (Bosch)</a:t>
            </a:r>
          </a:p>
          <a:p>
            <a:pPr lvl="1"/>
            <a:r>
              <a:rPr lang="de-AT" dirty="0"/>
              <a:t>BME280</a:t>
            </a:r>
          </a:p>
          <a:p>
            <a:r>
              <a:rPr lang="de-AT" dirty="0"/>
              <a:t>I2S-Micro</a:t>
            </a:r>
          </a:p>
          <a:p>
            <a:r>
              <a:rPr lang="de-AT" dirty="0"/>
              <a:t>ESP32-S3-Zero</a:t>
            </a:r>
          </a:p>
          <a:p>
            <a:r>
              <a:rPr lang="de-AT" dirty="0"/>
              <a:t>Luxmeter TSL2591</a:t>
            </a:r>
          </a:p>
          <a:p>
            <a:r>
              <a:rPr lang="de-AT" dirty="0"/>
              <a:t>CO2-Sensor SCD40</a:t>
            </a:r>
          </a:p>
          <a:p>
            <a:r>
              <a:rPr lang="de-AT" dirty="0"/>
              <a:t>OLED-Displays</a:t>
            </a:r>
          </a:p>
          <a:p>
            <a:r>
              <a:rPr lang="de-AT" dirty="0"/>
              <a:t>Loca Smart-Tag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17454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A850B6-BF9B-0F97-A7B6-0A40BE93A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4208F8-5FAB-6321-E3E2-04D31D300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07653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6EB767-3D39-E391-E06C-8B4A3080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AI Automation </a:t>
            </a:r>
            <a:r>
              <a:rPr lang="de-AT" dirty="0" err="1"/>
              <a:t>Suggester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E1DBF9-9230-BB9F-1179-CE1B2A27EF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98852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EAAD47-FE94-2831-1B17-E718B51B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36215B-0697-8AA8-01BF-7EA72A8025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30627551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</Words>
  <Application>Microsoft Office PowerPoint</Application>
  <PresentationFormat>Bildschirmpräsentation (4:3)</PresentationFormat>
  <Paragraphs>22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Calibri</vt:lpstr>
      <vt:lpstr>Symbol</vt:lpstr>
      <vt:lpstr>Wingdings</vt:lpstr>
      <vt:lpstr>2_Larissa</vt:lpstr>
      <vt:lpstr>LoRa-Wifi Gateway - Heltec WiFi LoRa 32 </vt:lpstr>
      <vt:lpstr>Verschiedene Presence-Sensoren</vt:lpstr>
      <vt:lpstr>Sprachsteuerung über Telefon</vt:lpstr>
      <vt:lpstr>Sensoren über SDR rtl_433</vt:lpstr>
      <vt:lpstr>Versuche mit Ollama</vt:lpstr>
      <vt:lpstr>PowerPoint-Präsentation</vt:lpstr>
      <vt:lpstr>Spezielle Sensoren</vt:lpstr>
      <vt:lpstr>PowerPoint-Präsentation</vt:lpstr>
      <vt:lpstr>AI Automation Suggester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902</cp:revision>
  <dcterms:created xsi:type="dcterms:W3CDTF">2011-08-18T07:37:01Z</dcterms:created>
  <dcterms:modified xsi:type="dcterms:W3CDTF">2026-03-02T16:58:14Z</dcterms:modified>
</cp:coreProperties>
</file>