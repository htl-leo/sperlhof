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20"/>
  </p:notesMasterIdLst>
  <p:handoutMasterIdLst>
    <p:handoutMasterId r:id="rId21"/>
  </p:handoutMasterIdLst>
  <p:sldIdLst>
    <p:sldId id="1390" r:id="rId2"/>
    <p:sldId id="1391" r:id="rId3"/>
    <p:sldId id="1392" r:id="rId4"/>
    <p:sldId id="1393" r:id="rId5"/>
    <p:sldId id="1394" r:id="rId6"/>
    <p:sldId id="1396" r:id="rId7"/>
    <p:sldId id="1397" r:id="rId8"/>
    <p:sldId id="1395" r:id="rId9"/>
    <p:sldId id="1401" r:id="rId10"/>
    <p:sldId id="1400" r:id="rId11"/>
    <p:sldId id="1402" r:id="rId12"/>
    <p:sldId id="1403" r:id="rId13"/>
    <p:sldId id="1399" r:id="rId14"/>
    <p:sldId id="1398" r:id="rId15"/>
    <p:sldId id="1386" r:id="rId16"/>
    <p:sldId id="1387" r:id="rId17"/>
    <p:sldId id="1388" r:id="rId18"/>
    <p:sldId id="1389" r:id="rId19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26.02.2026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26.02.2026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2385C4-47F6-2358-03A2-F15561D1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Home Assistant Assist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F623AA-AC7F-B951-0875-3CB0CCCBF0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22EC24E8-D5BC-BB1E-B070-4644F8A3C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495" y="966576"/>
            <a:ext cx="6229010" cy="56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7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0FFC6E-73DD-EC1F-463F-B69C08FBA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Was ist Assist?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347BEA-6123-8EF3-02C7-4806854AA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sz="2400" dirty="0"/>
              <a:t>Eingebaute Sprach- und Konversationsfunktion</a:t>
            </a:r>
          </a:p>
          <a:p>
            <a:pPr lvl="1"/>
            <a:r>
              <a:rPr lang="de-AT" sz="2000" dirty="0"/>
              <a:t>Steuerbar per Sprache und Text</a:t>
            </a:r>
          </a:p>
          <a:p>
            <a:r>
              <a:rPr lang="de-AT" sz="2400" dirty="0"/>
              <a:t>Textsteuerung per Chat</a:t>
            </a:r>
          </a:p>
          <a:p>
            <a:pPr lvl="1"/>
            <a:r>
              <a:rPr lang="de-AT" sz="2000" dirty="0"/>
              <a:t>Test, ob der Agent richtig reagiert</a:t>
            </a:r>
          </a:p>
          <a:p>
            <a:r>
              <a:rPr lang="de-AT" sz="2400" dirty="0"/>
              <a:t>Sprachsteuerung per eigenen ESP32-Geräten oder Alexa/Siri über die Cloud</a:t>
            </a:r>
          </a:p>
          <a:p>
            <a:r>
              <a:rPr lang="de-AT" sz="2400" dirty="0"/>
              <a:t>Eingebauter Assist-Agent verlangt strikten Satzaufbau</a:t>
            </a:r>
          </a:p>
          <a:p>
            <a:pPr lvl="1"/>
            <a:r>
              <a:rPr lang="de-AT" sz="2200" dirty="0"/>
              <a:t>Ergänzung über AI-LLMs möglich</a:t>
            </a:r>
          </a:p>
        </p:txBody>
      </p:sp>
    </p:spTree>
    <p:extLst>
      <p:ext uri="{BB962C8B-B14F-4D97-AF65-F5344CB8AC3E}">
        <p14:creationId xmlns:p14="http://schemas.microsoft.com/office/powerpoint/2010/main" val="185548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A5DD2E-697B-6429-4058-780C49AC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Was kann Assist!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AAEA895-E69A-A0B7-4FCA-C1F660D62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Natürlichsprachliche Kommunikation mit HA</a:t>
            </a:r>
          </a:p>
          <a:p>
            <a:r>
              <a:rPr lang="de-AT" dirty="0"/>
              <a:t>Primär über Spracheingabe und Sprachausgabe</a:t>
            </a:r>
          </a:p>
          <a:p>
            <a:r>
              <a:rPr lang="de-AT" dirty="0"/>
              <a:t>Lokale Verarbeitung, wenn keine Cloudanbindung gewünscht ist</a:t>
            </a:r>
          </a:p>
          <a:p>
            <a:pPr lvl="1"/>
            <a:r>
              <a:rPr lang="de-AT" dirty="0"/>
              <a:t>Verwendet lokale Sprachpipeline mit Wyoming</a:t>
            </a:r>
          </a:p>
          <a:p>
            <a:pPr lvl="2"/>
            <a:r>
              <a:rPr lang="de-AT" dirty="0" err="1"/>
              <a:t>Whisper</a:t>
            </a:r>
            <a:r>
              <a:rPr lang="de-AT" dirty="0"/>
              <a:t> (Speech </a:t>
            </a:r>
            <a:r>
              <a:rPr lang="de-AT" dirty="0" err="1"/>
              <a:t>to</a:t>
            </a:r>
            <a:r>
              <a:rPr lang="de-AT" dirty="0"/>
              <a:t> Text)</a:t>
            </a:r>
          </a:p>
          <a:p>
            <a:pPr lvl="2"/>
            <a:r>
              <a:rPr lang="de-AT" dirty="0"/>
              <a:t>Piper (Text </a:t>
            </a:r>
            <a:r>
              <a:rPr lang="de-AT" dirty="0" err="1"/>
              <a:t>to</a:t>
            </a:r>
            <a:r>
              <a:rPr lang="de-AT" dirty="0"/>
              <a:t> Speech)</a:t>
            </a:r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36579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AD4B9D-A6B1-FAC8-EBD4-C6D957C6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HW-Anforderungen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7A10D2-BDF1-589D-8056-70785B3457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30070D16-BFBF-B242-7CD9-BC3B68204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03" y="1268413"/>
            <a:ext cx="8111194" cy="378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0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38950C-073E-1B2C-42B3-AFD9FC43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Installation der Pipeline-Apps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2C6403-16D6-149F-5428-6642915CB7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Piper – Text </a:t>
            </a:r>
            <a:r>
              <a:rPr lang="de-AT" dirty="0" err="1"/>
              <a:t>to</a:t>
            </a:r>
            <a:r>
              <a:rPr lang="de-AT" dirty="0"/>
              <a:t> Speech</a:t>
            </a:r>
          </a:p>
          <a:p>
            <a:pPr lvl="1"/>
            <a:r>
              <a:rPr lang="de-AT" dirty="0"/>
              <a:t>Deutsche Sprache mit Qualität Low wählen</a:t>
            </a:r>
          </a:p>
          <a:p>
            <a:pPr lvl="1"/>
            <a:r>
              <a:rPr lang="de-AT" dirty="0"/>
              <a:t>Starten und Log beobachten</a:t>
            </a:r>
          </a:p>
          <a:p>
            <a:r>
              <a:rPr lang="de-AT" dirty="0" err="1"/>
              <a:t>Whisper</a:t>
            </a:r>
            <a:r>
              <a:rPr lang="de-AT" dirty="0"/>
              <a:t> – Speech </a:t>
            </a:r>
            <a:r>
              <a:rPr lang="de-AT" dirty="0" err="1"/>
              <a:t>to</a:t>
            </a:r>
            <a:r>
              <a:rPr lang="de-AT" dirty="0"/>
              <a:t> Text</a:t>
            </a:r>
          </a:p>
          <a:p>
            <a:pPr lvl="1"/>
            <a:r>
              <a:rPr lang="de-AT" dirty="0"/>
              <a:t>Model small-int8, Sprache de, </a:t>
            </a:r>
            <a:r>
              <a:rPr lang="de-AT" dirty="0" err="1"/>
              <a:t>faster-whisper</a:t>
            </a:r>
            <a:r>
              <a:rPr lang="de-AT" dirty="0"/>
              <a:t>, </a:t>
            </a:r>
            <a:r>
              <a:rPr lang="de-AT" dirty="0" err="1"/>
              <a:t>debug</a:t>
            </a:r>
            <a:endParaRPr lang="de-AT" dirty="0"/>
          </a:p>
          <a:p>
            <a:r>
              <a:rPr lang="de-AT" dirty="0" err="1"/>
              <a:t>openWakeWord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89947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3D2DF-CE8A-F874-DE83-55FAF65A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Whisper</a:t>
            </a:r>
            <a:r>
              <a:rPr lang="de-AT" dirty="0"/>
              <a:t> - Log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C0BCA9-F2D2-5C70-7C6E-F38268A082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496" y="980728"/>
            <a:ext cx="8207375" cy="4608165"/>
          </a:xfrm>
        </p:spPr>
        <p:txBody>
          <a:bodyPr/>
          <a:lstStyle/>
          <a:p>
            <a:r>
              <a:rPr lang="de-AT" dirty="0"/>
              <a:t>Nicht optimal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7DAB70C5-4B3F-6D90-A77E-F147482BB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6162"/>
            <a:ext cx="9144000" cy="401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62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704236-3E1B-92D1-696F-E8A431150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Piper - Test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0D9E25-FA93-47A7-93C7-E05005E6A4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91880" y="3212976"/>
            <a:ext cx="5183808" cy="2663949"/>
          </a:xfrm>
        </p:spPr>
        <p:txBody>
          <a:bodyPr/>
          <a:lstStyle/>
          <a:p>
            <a:endParaRPr lang="de-AT" dirty="0"/>
          </a:p>
        </p:txBody>
      </p:sp>
      <p:pic>
        <p:nvPicPr>
          <p:cNvPr id="6" name="Grafik 5" descr="Ein Bild, das Text, Software, Computersymbol, Zahl enthält.&#10;&#10;KI-generierte Inhalte können fehlerhaft sein.">
            <a:extLst>
              <a:ext uri="{FF2B5EF4-FFF2-40B4-BE49-F238E27FC236}">
                <a16:creationId xmlns:a16="http://schemas.microsoft.com/office/drawing/2014/main" id="{69F702DE-9CEB-060A-5D4A-CCDB49A02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" y="981075"/>
            <a:ext cx="7130889" cy="2809319"/>
          </a:xfrm>
          <a:prstGeom prst="rect">
            <a:avLst/>
          </a:prstGeom>
        </p:spPr>
      </p:pic>
      <p:pic>
        <p:nvPicPr>
          <p:cNvPr id="5" name="Grafik 4" descr="Ein Bild, das Text, Screenshot, Software, Design enthält.&#10;&#10;KI-generierte Inhalte können fehlerhaft sein.">
            <a:extLst>
              <a:ext uri="{FF2B5EF4-FFF2-40B4-BE49-F238E27FC236}">
                <a16:creationId xmlns:a16="http://schemas.microsoft.com/office/drawing/2014/main" id="{1E764EE8-F2CD-3566-4F2A-60D972AD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016473"/>
            <a:ext cx="7200800" cy="362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60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D8AA0-C29C-930F-9206-92C09C567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Klammer: Integration Wyoming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A714A5-7335-921E-4813-62CEE8DA49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2BDE21E-1ABA-DDF8-A660-D4DB8594F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6104"/>
            <a:ext cx="8229600" cy="360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2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E7F51-D173-BEF1-1ADC-3A6F26B2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Sprachassistent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8FF8C1-27A7-0E54-411D-E66B1C553D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4679751" cy="4608165"/>
          </a:xfrm>
        </p:spPr>
        <p:txBody>
          <a:bodyPr/>
          <a:lstStyle/>
          <a:p>
            <a:r>
              <a:rPr lang="de-AT" dirty="0"/>
              <a:t>Zusammenspiel konfigurieren</a:t>
            </a:r>
          </a:p>
        </p:txBody>
      </p:sp>
      <p:pic>
        <p:nvPicPr>
          <p:cNvPr id="5" name="Grafik 4" descr="Ein Bild, das Text, Screenshot, Zahl, Software enthält.&#10;&#10;KI-generierte Inhalte können fehlerhaft sein.">
            <a:extLst>
              <a:ext uri="{FF2B5EF4-FFF2-40B4-BE49-F238E27FC236}">
                <a16:creationId xmlns:a16="http://schemas.microsoft.com/office/drawing/2014/main" id="{521B7319-3C84-73EC-F3DF-F94F44A1E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181" y="0"/>
            <a:ext cx="4179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55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F76205-6E9A-C2F1-8E77-D373A402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Assist-Satellit – Home Assistant Voice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6E2307-EA48-07FF-4A32-C663E581C4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ESP32-basierendes Gerät</a:t>
            </a:r>
          </a:p>
          <a:p>
            <a:pPr lvl="1"/>
            <a:r>
              <a:rPr lang="de-AT" dirty="0"/>
              <a:t>Open Source HW von Nabu Casa</a:t>
            </a:r>
          </a:p>
          <a:p>
            <a:pPr lvl="1"/>
            <a:r>
              <a:rPr lang="de-AT" dirty="0"/>
              <a:t>Lokale Sprachaufnahme</a:t>
            </a:r>
            <a:br>
              <a:rPr lang="de-AT" dirty="0"/>
            </a:br>
            <a:r>
              <a:rPr lang="de-AT" dirty="0"/>
              <a:t>und Wiedergabe</a:t>
            </a:r>
          </a:p>
          <a:p>
            <a:pPr lvl="1"/>
            <a:r>
              <a:rPr lang="de-AT" dirty="0"/>
              <a:t>TTS und STT über </a:t>
            </a:r>
            <a:r>
              <a:rPr lang="de-AT" dirty="0" err="1"/>
              <a:t>Whisper</a:t>
            </a:r>
            <a:br>
              <a:rPr lang="de-AT" dirty="0"/>
            </a:br>
            <a:r>
              <a:rPr lang="de-AT" dirty="0"/>
              <a:t>und Piper</a:t>
            </a:r>
          </a:p>
          <a:p>
            <a:r>
              <a:rPr lang="de-AT" dirty="0"/>
              <a:t>Alternativen</a:t>
            </a:r>
          </a:p>
          <a:p>
            <a:pPr lvl="1"/>
            <a:r>
              <a:rPr lang="de-AT" dirty="0"/>
              <a:t>China-Gadgets</a:t>
            </a:r>
          </a:p>
          <a:p>
            <a:pPr lvl="1"/>
            <a:r>
              <a:rPr lang="de-AT" dirty="0" err="1"/>
              <a:t>Raspi</a:t>
            </a:r>
            <a:r>
              <a:rPr lang="de-AT" dirty="0"/>
              <a:t> mit Soundkarte</a:t>
            </a:r>
          </a:p>
        </p:txBody>
      </p:sp>
      <p:pic>
        <p:nvPicPr>
          <p:cNvPr id="5" name="Grafik 4" descr="Ein Bild, das Kreis, Herdplatte, Elektronik, Gerät enthält.&#10;&#10;KI-generierte Inhalte können fehlerhaft sein.">
            <a:extLst>
              <a:ext uri="{FF2B5EF4-FFF2-40B4-BE49-F238E27FC236}">
                <a16:creationId xmlns:a16="http://schemas.microsoft.com/office/drawing/2014/main" id="{FB38C2AF-525C-D23A-C70C-3C9137F63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472704"/>
            <a:ext cx="307657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06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9D666-A21D-7F39-5F27-6E983F9F2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Einstellungsseite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ABF876C-8EB2-898E-2174-F2E8669F67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411E9134-329F-9733-1F00-3895E427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530" y="1196752"/>
            <a:ext cx="6394939" cy="545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08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BA1FDC-9225-9923-1DCB-D0229B56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Assist-Anbindung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92C27E-E7F3-4BDE-75DC-10002DC6EB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5615855" cy="4608165"/>
          </a:xfrm>
        </p:spPr>
        <p:txBody>
          <a:bodyPr/>
          <a:lstStyle/>
          <a:p>
            <a:r>
              <a:rPr lang="de-AT" dirty="0" err="1"/>
              <a:t>Wakeword</a:t>
            </a:r>
            <a:r>
              <a:rPr lang="de-AT" dirty="0"/>
              <a:t>: Okay Nabu</a:t>
            </a:r>
          </a:p>
          <a:p>
            <a:r>
              <a:rPr lang="de-AT" dirty="0"/>
              <a:t>Verbindung zu Standard-</a:t>
            </a:r>
            <a:r>
              <a:rPr lang="de-AT" dirty="0" err="1"/>
              <a:t>Assitenten</a:t>
            </a:r>
            <a:endParaRPr lang="de-AT" dirty="0"/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187814C2-2605-75FE-12F2-11A71BC3F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291859"/>
            <a:ext cx="3028950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1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475CB-CCCF-D34E-F63F-3EFECFC0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3E4318-A33B-0CB5-540B-D785525538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844650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B86BB4-E495-D8C7-8A02-2480BF03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04EA50-A785-E6FE-5963-BCAC3E42EB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59927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7B926-9E9C-C8F6-FC5C-D75A496FB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72E3F1-0536-176A-2FB9-CC50A91820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7C11F2D6-D771-23ED-62A3-2DDB9B6CC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1957387"/>
            <a:ext cx="33147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83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79DE9-74FC-4EDB-CF6D-B8AC2AE88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Installiert benötigte Apps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66D1AB-3C20-1E19-946B-7A39F15EEE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Piper und </a:t>
            </a:r>
            <a:r>
              <a:rPr lang="de-AT"/>
              <a:t>Whisper</a:t>
            </a:r>
          </a:p>
        </p:txBody>
      </p:sp>
      <p:pic>
        <p:nvPicPr>
          <p:cNvPr id="5" name="Grafik 4" descr="Ein Bild, das Text, Screenshot, Multimedia, Betriebssystem enthält.&#10;&#10;KI-generierte Inhalte können fehlerhaft sein.">
            <a:extLst>
              <a:ext uri="{FF2B5EF4-FFF2-40B4-BE49-F238E27FC236}">
                <a16:creationId xmlns:a16="http://schemas.microsoft.com/office/drawing/2014/main" id="{C68BD396-9688-E93F-4ACC-DF620177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456195"/>
            <a:ext cx="4608512" cy="410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46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35860-06BE-F613-8CD2-54DE73AE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3632D5-DEBD-56C7-C340-3973C78C47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67727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361D1A-49B5-8C78-D9CA-DB4B4472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FD509D-FA0D-EF4F-0861-4269A564BC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5715078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180</Words>
  <Application>Microsoft Office PowerPoint</Application>
  <PresentationFormat>Bildschirmpräsentation (4:3)</PresentationFormat>
  <Paragraphs>44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Symbol</vt:lpstr>
      <vt:lpstr>Wingdings</vt:lpstr>
      <vt:lpstr>2_Larissa</vt:lpstr>
      <vt:lpstr>Home Assistant Assist</vt:lpstr>
      <vt:lpstr>Was ist Assist?</vt:lpstr>
      <vt:lpstr>Was kann Assist!</vt:lpstr>
      <vt:lpstr>HW-Anforderungen</vt:lpstr>
      <vt:lpstr>Installation der Pipeline-Apps </vt:lpstr>
      <vt:lpstr>Whisper - Log</vt:lpstr>
      <vt:lpstr>Piper - Test</vt:lpstr>
      <vt:lpstr>Klammer: Integration Wyoming</vt:lpstr>
      <vt:lpstr>Sprachassistent</vt:lpstr>
      <vt:lpstr>Assist-Satellit – Home Assistant Voice</vt:lpstr>
      <vt:lpstr>Einstellungsseite</vt:lpstr>
      <vt:lpstr>Assist-Anbindung</vt:lpstr>
      <vt:lpstr>PowerPoint-Präsentation</vt:lpstr>
      <vt:lpstr>PowerPoint-Präsentation</vt:lpstr>
      <vt:lpstr>PowerPoint-Präsentation</vt:lpstr>
      <vt:lpstr>Installiert benötigte Apps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909</cp:revision>
  <dcterms:created xsi:type="dcterms:W3CDTF">2011-08-18T07:37:01Z</dcterms:created>
  <dcterms:modified xsi:type="dcterms:W3CDTF">2026-02-26T16:59:38Z</dcterms:modified>
</cp:coreProperties>
</file>